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8" r:id="rId16"/>
    <p:sldId id="27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BA14E7-686A-4968-9A21-51D3FAA03437}" v="281" dt="2025-11-11T10:09:06.1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7" d="100"/>
          <a:sy n="47" d="100"/>
        </p:scale>
        <p:origin x="1046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nmuk sai srinivas" userId="c1b44e370da95be1" providerId="LiveId" clId="{9F8E2EC8-786B-4FEC-A1F4-D78D3F2A3CF2}"/>
    <pc:docChg chg="undo custSel addSld delSld modSld">
      <pc:chgData name="shanmuk sai srinivas" userId="c1b44e370da95be1" providerId="LiveId" clId="{9F8E2EC8-786B-4FEC-A1F4-D78D3F2A3CF2}" dt="2025-11-11T15:15:49.493" v="2938" actId="20577"/>
      <pc:docMkLst>
        <pc:docMk/>
      </pc:docMkLst>
      <pc:sldChg chg="addSp delSp modSp mod">
        <pc:chgData name="shanmuk sai srinivas" userId="c1b44e370da95be1" providerId="LiveId" clId="{9F8E2EC8-786B-4FEC-A1F4-D78D3F2A3CF2}" dt="2025-11-11T15:15:49.493" v="2938" actId="20577"/>
        <pc:sldMkLst>
          <pc:docMk/>
          <pc:sldMk cId="1688948147" sldId="256"/>
        </pc:sldMkLst>
        <pc:spChg chg="del mod">
          <ac:chgData name="shanmuk sai srinivas" userId="c1b44e370da95be1" providerId="LiveId" clId="{9F8E2EC8-786B-4FEC-A1F4-D78D3F2A3CF2}" dt="2025-11-11T09:56:11.437" v="2733" actId="478"/>
          <ac:spMkLst>
            <pc:docMk/>
            <pc:sldMk cId="1688948147" sldId="256"/>
            <ac:spMk id="3" creationId="{39AB41D3-F2B8-B652-34D7-31CE44A228F6}"/>
          </ac:spMkLst>
        </pc:spChg>
        <pc:spChg chg="add del mod">
          <ac:chgData name="shanmuk sai srinivas" userId="c1b44e370da95be1" providerId="LiveId" clId="{9F8E2EC8-786B-4FEC-A1F4-D78D3F2A3CF2}" dt="2025-11-11T09:59:01.431" v="2823" actId="478"/>
          <ac:spMkLst>
            <pc:docMk/>
            <pc:sldMk cId="1688948147" sldId="256"/>
            <ac:spMk id="4" creationId="{A98C5681-13AA-90EE-A45F-30531F08BDD8}"/>
          </ac:spMkLst>
        </pc:spChg>
        <pc:spChg chg="add mod">
          <ac:chgData name="shanmuk sai srinivas" userId="c1b44e370da95be1" providerId="LiveId" clId="{9F8E2EC8-786B-4FEC-A1F4-D78D3F2A3CF2}" dt="2025-11-11T15:15:49.493" v="2938" actId="20577"/>
          <ac:spMkLst>
            <pc:docMk/>
            <pc:sldMk cId="1688948147" sldId="256"/>
            <ac:spMk id="6" creationId="{E8566418-233A-7BE4-7CB1-BB52F633FCED}"/>
          </ac:spMkLst>
        </pc:spChg>
        <pc:spChg chg="add mod">
          <ac:chgData name="shanmuk sai srinivas" userId="c1b44e370da95be1" providerId="LiveId" clId="{9F8E2EC8-786B-4FEC-A1F4-D78D3F2A3CF2}" dt="2025-11-11T10:01:41.496" v="2848" actId="1076"/>
          <ac:spMkLst>
            <pc:docMk/>
            <pc:sldMk cId="1688948147" sldId="256"/>
            <ac:spMk id="8" creationId="{9CB924F7-3B5A-430F-2F4F-353FB3C6821F}"/>
          </ac:spMkLst>
        </pc:spChg>
        <pc:picChg chg="add mod">
          <ac:chgData name="shanmuk sai srinivas" userId="c1b44e370da95be1" providerId="LiveId" clId="{9F8E2EC8-786B-4FEC-A1F4-D78D3F2A3CF2}" dt="2025-11-09T08:03:59.842" v="10" actId="1076"/>
          <ac:picMkLst>
            <pc:docMk/>
            <pc:sldMk cId="1688948147" sldId="256"/>
            <ac:picMk id="5" creationId="{F3F8D045-27F0-A95B-BCCC-F0B2F1B47204}"/>
          </ac:picMkLst>
        </pc:picChg>
        <pc:cxnChg chg="add">
          <ac:chgData name="shanmuk sai srinivas" userId="c1b44e370da95be1" providerId="LiveId" clId="{9F8E2EC8-786B-4FEC-A1F4-D78D3F2A3CF2}" dt="2025-11-11T10:02:01.836" v="2851" actId="11529"/>
          <ac:cxnSpMkLst>
            <pc:docMk/>
            <pc:sldMk cId="1688948147" sldId="256"/>
            <ac:cxnSpMk id="10" creationId="{91A41918-86FA-EEC9-4827-CABC61F6F426}"/>
          </ac:cxnSpMkLst>
        </pc:cxnChg>
        <pc:cxnChg chg="add mod">
          <ac:chgData name="shanmuk sai srinivas" userId="c1b44e370da95be1" providerId="LiveId" clId="{9F8E2EC8-786B-4FEC-A1F4-D78D3F2A3CF2}" dt="2025-11-11T10:02:29.704" v="2855" actId="1076"/>
          <ac:cxnSpMkLst>
            <pc:docMk/>
            <pc:sldMk cId="1688948147" sldId="256"/>
            <ac:cxnSpMk id="12" creationId="{BB8A0244-741F-E8AE-6DB4-16268D337AE4}"/>
          </ac:cxnSpMkLst>
        </pc:cxnChg>
      </pc:sldChg>
      <pc:sldChg chg="modSp mod">
        <pc:chgData name="shanmuk sai srinivas" userId="c1b44e370da95be1" providerId="LiveId" clId="{9F8E2EC8-786B-4FEC-A1F4-D78D3F2A3CF2}" dt="2025-11-09T08:23:13.538" v="36"/>
        <pc:sldMkLst>
          <pc:docMk/>
          <pc:sldMk cId="102244544" sldId="257"/>
        </pc:sldMkLst>
        <pc:spChg chg="mod">
          <ac:chgData name="shanmuk sai srinivas" userId="c1b44e370da95be1" providerId="LiveId" clId="{9F8E2EC8-786B-4FEC-A1F4-D78D3F2A3CF2}" dt="2025-11-09T08:04:27.330" v="35" actId="20577"/>
          <ac:spMkLst>
            <pc:docMk/>
            <pc:sldMk cId="102244544" sldId="257"/>
            <ac:spMk id="2" creationId="{8993BAA4-1E45-0EB8-E4D6-F998E245B6D0}"/>
          </ac:spMkLst>
        </pc:spChg>
        <pc:spChg chg="mod">
          <ac:chgData name="shanmuk sai srinivas" userId="c1b44e370da95be1" providerId="LiveId" clId="{9F8E2EC8-786B-4FEC-A1F4-D78D3F2A3CF2}" dt="2025-11-09T08:23:13.538" v="36"/>
          <ac:spMkLst>
            <pc:docMk/>
            <pc:sldMk cId="102244544" sldId="257"/>
            <ac:spMk id="3" creationId="{FADE842A-6C30-6B1A-2A32-CB7980EB2F36}"/>
          </ac:spMkLst>
        </pc:spChg>
      </pc:sldChg>
      <pc:sldChg chg="addSp delSp modSp mod">
        <pc:chgData name="shanmuk sai srinivas" userId="c1b44e370da95be1" providerId="LiveId" clId="{9F8E2EC8-786B-4FEC-A1F4-D78D3F2A3CF2}" dt="2025-11-09T15:17:14.668" v="988" actId="20577"/>
        <pc:sldMkLst>
          <pc:docMk/>
          <pc:sldMk cId="3753706779" sldId="258"/>
        </pc:sldMkLst>
        <pc:spChg chg="mod">
          <ac:chgData name="shanmuk sai srinivas" userId="c1b44e370da95be1" providerId="LiveId" clId="{9F8E2EC8-786B-4FEC-A1F4-D78D3F2A3CF2}" dt="2025-11-09T15:17:14.668" v="988" actId="20577"/>
          <ac:spMkLst>
            <pc:docMk/>
            <pc:sldMk cId="3753706779" sldId="258"/>
            <ac:spMk id="2" creationId="{70308DFC-9347-0288-8A5F-241AB98266C0}"/>
          </ac:spMkLst>
        </pc:spChg>
        <pc:spChg chg="mod">
          <ac:chgData name="shanmuk sai srinivas" userId="c1b44e370da95be1" providerId="LiveId" clId="{9F8E2EC8-786B-4FEC-A1F4-D78D3F2A3CF2}" dt="2025-11-09T09:00:54.010" v="687" actId="27636"/>
          <ac:spMkLst>
            <pc:docMk/>
            <pc:sldMk cId="3753706779" sldId="258"/>
            <ac:spMk id="3" creationId="{A36DE748-5D0D-D518-3017-9D078C8A110D}"/>
          </ac:spMkLst>
        </pc:spChg>
        <pc:graphicFrameChg chg="add mod modGraphic">
          <ac:chgData name="shanmuk sai srinivas" userId="c1b44e370da95be1" providerId="LiveId" clId="{9F8E2EC8-786B-4FEC-A1F4-D78D3F2A3CF2}" dt="2025-11-09T09:26:44.600" v="742" actId="1076"/>
          <ac:graphicFrameMkLst>
            <pc:docMk/>
            <pc:sldMk cId="3753706779" sldId="258"/>
            <ac:graphicFrameMk id="6" creationId="{A8BB6A5A-F23F-5DA1-5F01-6B93D148080D}"/>
          </ac:graphicFrameMkLst>
        </pc:graphicFrameChg>
        <pc:graphicFrameChg chg="add mod modGraphic">
          <ac:chgData name="shanmuk sai srinivas" userId="c1b44e370da95be1" providerId="LiveId" clId="{9F8E2EC8-786B-4FEC-A1F4-D78D3F2A3CF2}" dt="2025-11-09T09:27:01.106" v="744" actId="1076"/>
          <ac:graphicFrameMkLst>
            <pc:docMk/>
            <pc:sldMk cId="3753706779" sldId="258"/>
            <ac:graphicFrameMk id="13" creationId="{B4F2EFAF-C5CD-A852-CC7D-DE8D250A6312}"/>
          </ac:graphicFrameMkLst>
        </pc:graphicFrameChg>
      </pc:sldChg>
      <pc:sldChg chg="addSp delSp modSp new mod">
        <pc:chgData name="shanmuk sai srinivas" userId="c1b44e370da95be1" providerId="LiveId" clId="{9F8E2EC8-786B-4FEC-A1F4-D78D3F2A3CF2}" dt="2025-11-09T09:29:57.799" v="762" actId="14100"/>
        <pc:sldMkLst>
          <pc:docMk/>
          <pc:sldMk cId="251097109" sldId="259"/>
        </pc:sldMkLst>
        <pc:graphicFrameChg chg="add mod modGraphic">
          <ac:chgData name="shanmuk sai srinivas" userId="c1b44e370da95be1" providerId="LiveId" clId="{9F8E2EC8-786B-4FEC-A1F4-D78D3F2A3CF2}" dt="2025-11-09T09:29:57.799" v="762" actId="14100"/>
          <ac:graphicFrameMkLst>
            <pc:docMk/>
            <pc:sldMk cId="251097109" sldId="259"/>
            <ac:graphicFrameMk id="3" creationId="{F5F2FA78-21FB-4D90-BB7C-618960284202}"/>
          </ac:graphicFrameMkLst>
        </pc:graphicFrameChg>
      </pc:sldChg>
      <pc:sldChg chg="addSp delSp modSp new mod">
        <pc:chgData name="shanmuk sai srinivas" userId="c1b44e370da95be1" providerId="LiveId" clId="{9F8E2EC8-786B-4FEC-A1F4-D78D3F2A3CF2}" dt="2025-11-09T09:48:18.981" v="955" actId="14100"/>
        <pc:sldMkLst>
          <pc:docMk/>
          <pc:sldMk cId="872676559" sldId="260"/>
        </pc:sldMkLst>
        <pc:spChg chg="add mod">
          <ac:chgData name="shanmuk sai srinivas" userId="c1b44e370da95be1" providerId="LiveId" clId="{9F8E2EC8-786B-4FEC-A1F4-D78D3F2A3CF2}" dt="2025-11-09T09:42:40.771" v="928" actId="1076"/>
          <ac:spMkLst>
            <pc:docMk/>
            <pc:sldMk cId="872676559" sldId="260"/>
            <ac:spMk id="2" creationId="{65F09844-243C-F60B-EC65-AA40B1F04FC1}"/>
          </ac:spMkLst>
        </pc:spChg>
        <pc:graphicFrameChg chg="add mod modGraphic">
          <ac:chgData name="shanmuk sai srinivas" userId="c1b44e370da95be1" providerId="LiveId" clId="{9F8E2EC8-786B-4FEC-A1F4-D78D3F2A3CF2}" dt="2025-11-09T09:48:18.981" v="955" actId="14100"/>
          <ac:graphicFrameMkLst>
            <pc:docMk/>
            <pc:sldMk cId="872676559" sldId="260"/>
            <ac:graphicFrameMk id="5" creationId="{4A0E4AB1-CC51-186D-9C0F-7C9799FD3621}"/>
          </ac:graphicFrameMkLst>
        </pc:graphicFrameChg>
      </pc:sldChg>
      <pc:sldChg chg="addSp modSp new mod">
        <pc:chgData name="shanmuk sai srinivas" userId="c1b44e370da95be1" providerId="LiveId" clId="{9F8E2EC8-786B-4FEC-A1F4-D78D3F2A3CF2}" dt="2025-11-09T09:51:33.085" v="977" actId="14100"/>
        <pc:sldMkLst>
          <pc:docMk/>
          <pc:sldMk cId="2802661815" sldId="261"/>
        </pc:sldMkLst>
        <pc:spChg chg="add mod">
          <ac:chgData name="shanmuk sai srinivas" userId="c1b44e370da95be1" providerId="LiveId" clId="{9F8E2EC8-786B-4FEC-A1F4-D78D3F2A3CF2}" dt="2025-11-09T09:51:03.636" v="972" actId="14100"/>
          <ac:spMkLst>
            <pc:docMk/>
            <pc:sldMk cId="2802661815" sldId="261"/>
            <ac:spMk id="2" creationId="{F1345ECD-5B2E-F915-D62B-3CE56EAC433B}"/>
          </ac:spMkLst>
        </pc:spChg>
        <pc:graphicFrameChg chg="add mod modGraphic">
          <ac:chgData name="shanmuk sai srinivas" userId="c1b44e370da95be1" providerId="LiveId" clId="{9F8E2EC8-786B-4FEC-A1F4-D78D3F2A3CF2}" dt="2025-11-09T09:51:33.085" v="977" actId="14100"/>
          <ac:graphicFrameMkLst>
            <pc:docMk/>
            <pc:sldMk cId="2802661815" sldId="261"/>
            <ac:graphicFrameMk id="3" creationId="{F884CA89-BBF4-E4FC-CA92-36792B53AD33}"/>
          </ac:graphicFrameMkLst>
        </pc:graphicFrameChg>
      </pc:sldChg>
      <pc:sldChg chg="addSp modSp new mod">
        <pc:chgData name="shanmuk sai srinivas" userId="c1b44e370da95be1" providerId="LiveId" clId="{9F8E2EC8-786B-4FEC-A1F4-D78D3F2A3CF2}" dt="2025-11-09T15:27:48.537" v="1128" actId="1076"/>
        <pc:sldMkLst>
          <pc:docMk/>
          <pc:sldMk cId="2505740019" sldId="262"/>
        </pc:sldMkLst>
        <pc:spChg chg="add mod">
          <ac:chgData name="shanmuk sai srinivas" userId="c1b44e370da95be1" providerId="LiveId" clId="{9F8E2EC8-786B-4FEC-A1F4-D78D3F2A3CF2}" dt="2025-11-09T15:27:48.537" v="1128" actId="1076"/>
          <ac:spMkLst>
            <pc:docMk/>
            <pc:sldMk cId="2505740019" sldId="262"/>
            <ac:spMk id="2" creationId="{63F97F8F-42AD-4FAC-0F7B-47ED4787D1AA}"/>
          </ac:spMkLst>
        </pc:spChg>
        <pc:spChg chg="add mod">
          <ac:chgData name="shanmuk sai srinivas" userId="c1b44e370da95be1" providerId="LiveId" clId="{9F8E2EC8-786B-4FEC-A1F4-D78D3F2A3CF2}" dt="2025-11-09T15:25:23.327" v="1113" actId="5793"/>
          <ac:spMkLst>
            <pc:docMk/>
            <pc:sldMk cId="2505740019" sldId="262"/>
            <ac:spMk id="3" creationId="{CA9D50FC-9B90-E92E-1923-D8A19B113233}"/>
          </ac:spMkLst>
        </pc:spChg>
      </pc:sldChg>
      <pc:sldChg chg="addSp modSp new mod">
        <pc:chgData name="shanmuk sai srinivas" userId="c1b44e370da95be1" providerId="LiveId" clId="{9F8E2EC8-786B-4FEC-A1F4-D78D3F2A3CF2}" dt="2025-11-09T15:46:17.901" v="1153" actId="1076"/>
        <pc:sldMkLst>
          <pc:docMk/>
          <pc:sldMk cId="2045719196" sldId="263"/>
        </pc:sldMkLst>
        <pc:spChg chg="add mod">
          <ac:chgData name="shanmuk sai srinivas" userId="c1b44e370da95be1" providerId="LiveId" clId="{9F8E2EC8-786B-4FEC-A1F4-D78D3F2A3CF2}" dt="2025-11-09T15:40:44.894" v="1152" actId="14100"/>
          <ac:spMkLst>
            <pc:docMk/>
            <pc:sldMk cId="2045719196" sldId="263"/>
            <ac:spMk id="2" creationId="{7A485F7C-45DB-CE36-796F-1A02A1B560FD}"/>
          </ac:spMkLst>
        </pc:spChg>
        <pc:spChg chg="add mod">
          <ac:chgData name="shanmuk sai srinivas" userId="c1b44e370da95be1" providerId="LiveId" clId="{9F8E2EC8-786B-4FEC-A1F4-D78D3F2A3CF2}" dt="2025-11-09T15:46:17.901" v="1153" actId="1076"/>
          <ac:spMkLst>
            <pc:docMk/>
            <pc:sldMk cId="2045719196" sldId="263"/>
            <ac:spMk id="3" creationId="{B91495C7-59D7-478B-29A2-7B5BCE167282}"/>
          </ac:spMkLst>
        </pc:spChg>
      </pc:sldChg>
      <pc:sldChg chg="addSp modSp new mod">
        <pc:chgData name="shanmuk sai srinivas" userId="c1b44e370da95be1" providerId="LiveId" clId="{9F8E2EC8-786B-4FEC-A1F4-D78D3F2A3CF2}" dt="2025-11-09T16:06:14.826" v="1175" actId="14100"/>
        <pc:sldMkLst>
          <pc:docMk/>
          <pc:sldMk cId="1583984156" sldId="264"/>
        </pc:sldMkLst>
        <pc:spChg chg="add mod">
          <ac:chgData name="shanmuk sai srinivas" userId="c1b44e370da95be1" providerId="LiveId" clId="{9F8E2EC8-786B-4FEC-A1F4-D78D3F2A3CF2}" dt="2025-11-09T16:05:57.385" v="1173" actId="1076"/>
          <ac:spMkLst>
            <pc:docMk/>
            <pc:sldMk cId="1583984156" sldId="264"/>
            <ac:spMk id="2" creationId="{AD4CEECF-92C2-7208-FF65-54E03151BC4F}"/>
          </ac:spMkLst>
        </pc:spChg>
        <pc:spChg chg="add mod">
          <ac:chgData name="shanmuk sai srinivas" userId="c1b44e370da95be1" providerId="LiveId" clId="{9F8E2EC8-786B-4FEC-A1F4-D78D3F2A3CF2}" dt="2025-11-09T16:06:14.826" v="1175" actId="14100"/>
          <ac:spMkLst>
            <pc:docMk/>
            <pc:sldMk cId="1583984156" sldId="264"/>
            <ac:spMk id="3" creationId="{38FB25B0-ED64-9B07-F296-54688F0F60BF}"/>
          </ac:spMkLst>
        </pc:spChg>
      </pc:sldChg>
      <pc:sldChg chg="addSp modSp new mod">
        <pc:chgData name="shanmuk sai srinivas" userId="c1b44e370da95be1" providerId="LiveId" clId="{9F8E2EC8-786B-4FEC-A1F4-D78D3F2A3CF2}" dt="2025-11-09T16:06:35.099" v="1178" actId="20577"/>
        <pc:sldMkLst>
          <pc:docMk/>
          <pc:sldMk cId="1632183252" sldId="265"/>
        </pc:sldMkLst>
        <pc:spChg chg="add mod">
          <ac:chgData name="shanmuk sai srinivas" userId="c1b44e370da95be1" providerId="LiveId" clId="{9F8E2EC8-786B-4FEC-A1F4-D78D3F2A3CF2}" dt="2025-11-09T16:06:35.099" v="1178" actId="20577"/>
          <ac:spMkLst>
            <pc:docMk/>
            <pc:sldMk cId="1632183252" sldId="265"/>
            <ac:spMk id="3" creationId="{A1C86885-A001-6A3C-D733-812C04AB8748}"/>
          </ac:spMkLst>
        </pc:spChg>
      </pc:sldChg>
      <pc:sldChg chg="addSp delSp modSp new mod">
        <pc:chgData name="shanmuk sai srinivas" userId="c1b44e370da95be1" providerId="LiveId" clId="{9F8E2EC8-786B-4FEC-A1F4-D78D3F2A3CF2}" dt="2025-11-09T16:44:29.470" v="1591" actId="5793"/>
        <pc:sldMkLst>
          <pc:docMk/>
          <pc:sldMk cId="1101811125" sldId="266"/>
        </pc:sldMkLst>
        <pc:spChg chg="add mod">
          <ac:chgData name="shanmuk sai srinivas" userId="c1b44e370da95be1" providerId="LiveId" clId="{9F8E2EC8-786B-4FEC-A1F4-D78D3F2A3CF2}" dt="2025-11-09T16:31:35.759" v="1188" actId="255"/>
          <ac:spMkLst>
            <pc:docMk/>
            <pc:sldMk cId="1101811125" sldId="266"/>
            <ac:spMk id="3" creationId="{DA021143-BFCA-C9D7-6DB2-6BA5DBD313E5}"/>
          </ac:spMkLst>
        </pc:spChg>
        <pc:spChg chg="add mod">
          <ac:chgData name="shanmuk sai srinivas" userId="c1b44e370da95be1" providerId="LiveId" clId="{9F8E2EC8-786B-4FEC-A1F4-D78D3F2A3CF2}" dt="2025-11-09T16:44:29.470" v="1591" actId="5793"/>
          <ac:spMkLst>
            <pc:docMk/>
            <pc:sldMk cId="1101811125" sldId="266"/>
            <ac:spMk id="4" creationId="{75DAB146-FECD-29AB-83B4-205878504592}"/>
          </ac:spMkLst>
        </pc:spChg>
      </pc:sldChg>
      <pc:sldChg chg="addSp delSp modSp new mod">
        <pc:chgData name="shanmuk sai srinivas" userId="c1b44e370da95be1" providerId="LiveId" clId="{9F8E2EC8-786B-4FEC-A1F4-D78D3F2A3CF2}" dt="2025-11-09T16:49:19.705" v="1630" actId="1035"/>
        <pc:sldMkLst>
          <pc:docMk/>
          <pc:sldMk cId="85001269" sldId="267"/>
        </pc:sldMkLst>
        <pc:spChg chg="add mod">
          <ac:chgData name="shanmuk sai srinivas" userId="c1b44e370da95be1" providerId="LiveId" clId="{9F8E2EC8-786B-4FEC-A1F4-D78D3F2A3CF2}" dt="2025-11-09T16:49:19.705" v="1630" actId="1035"/>
          <ac:spMkLst>
            <pc:docMk/>
            <pc:sldMk cId="85001269" sldId="267"/>
            <ac:spMk id="2" creationId="{CA628832-DE56-DB02-CC8E-4C08A6B7702E}"/>
          </ac:spMkLst>
        </pc:spChg>
        <pc:graphicFrameChg chg="add mod modGraphic">
          <ac:chgData name="shanmuk sai srinivas" userId="c1b44e370da95be1" providerId="LiveId" clId="{9F8E2EC8-786B-4FEC-A1F4-D78D3F2A3CF2}" dt="2025-11-09T16:49:12.496" v="1626" actId="1076"/>
          <ac:graphicFrameMkLst>
            <pc:docMk/>
            <pc:sldMk cId="85001269" sldId="267"/>
            <ac:graphicFrameMk id="4" creationId="{FAFA62C5-100C-1CCB-3893-30C941C00C89}"/>
          </ac:graphicFrameMkLst>
        </pc:graphicFrameChg>
      </pc:sldChg>
      <pc:sldChg chg="addSp delSp modSp new mod">
        <pc:chgData name="shanmuk sai srinivas" userId="c1b44e370da95be1" providerId="LiveId" clId="{9F8E2EC8-786B-4FEC-A1F4-D78D3F2A3CF2}" dt="2025-11-09T17:12:13.790" v="1789" actId="20577"/>
        <pc:sldMkLst>
          <pc:docMk/>
          <pc:sldMk cId="764449189" sldId="268"/>
        </pc:sldMkLst>
        <pc:spChg chg="add mod">
          <ac:chgData name="shanmuk sai srinivas" userId="c1b44e370da95be1" providerId="LiveId" clId="{9F8E2EC8-786B-4FEC-A1F4-D78D3F2A3CF2}" dt="2025-11-09T17:06:13.121" v="1734" actId="113"/>
          <ac:spMkLst>
            <pc:docMk/>
            <pc:sldMk cId="764449189" sldId="268"/>
            <ac:spMk id="2" creationId="{116CD616-20A8-9039-0268-EBF2C62EB0AE}"/>
          </ac:spMkLst>
        </pc:spChg>
        <pc:spChg chg="add mod">
          <ac:chgData name="shanmuk sai srinivas" userId="c1b44e370da95be1" providerId="LiveId" clId="{9F8E2EC8-786B-4FEC-A1F4-D78D3F2A3CF2}" dt="2025-11-09T17:08:53.807" v="1744" actId="1076"/>
          <ac:spMkLst>
            <pc:docMk/>
            <pc:sldMk cId="764449189" sldId="268"/>
            <ac:spMk id="13" creationId="{0FDEAB3B-6CEA-8BB9-C7CB-0AF6CD266D61}"/>
          </ac:spMkLst>
        </pc:spChg>
        <pc:spChg chg="add mod">
          <ac:chgData name="shanmuk sai srinivas" userId="c1b44e370da95be1" providerId="LiveId" clId="{9F8E2EC8-786B-4FEC-A1F4-D78D3F2A3CF2}" dt="2025-11-09T17:09:11.298" v="1747" actId="1076"/>
          <ac:spMkLst>
            <pc:docMk/>
            <pc:sldMk cId="764449189" sldId="268"/>
            <ac:spMk id="25" creationId="{B54A76D0-F1D3-4D13-961D-59561951E6D3}"/>
          </ac:spMkLst>
        </pc:spChg>
        <pc:graphicFrameChg chg="add mod modGraphic">
          <ac:chgData name="shanmuk sai srinivas" userId="c1b44e370da95be1" providerId="LiveId" clId="{9F8E2EC8-786B-4FEC-A1F4-D78D3F2A3CF2}" dt="2025-11-09T17:09:00.492" v="1745" actId="1076"/>
          <ac:graphicFrameMkLst>
            <pc:docMk/>
            <pc:sldMk cId="764449189" sldId="268"/>
            <ac:graphicFrameMk id="15" creationId="{5F514E16-7B60-E908-E8F6-01FDDB9B9B65}"/>
          </ac:graphicFrameMkLst>
        </pc:graphicFrameChg>
        <pc:graphicFrameChg chg="add mod modGraphic">
          <ac:chgData name="shanmuk sai srinivas" userId="c1b44e370da95be1" providerId="LiveId" clId="{9F8E2EC8-786B-4FEC-A1F4-D78D3F2A3CF2}" dt="2025-11-09T17:12:13.790" v="1789" actId="20577"/>
          <ac:graphicFrameMkLst>
            <pc:docMk/>
            <pc:sldMk cId="764449189" sldId="268"/>
            <ac:graphicFrameMk id="26" creationId="{3E925B13-9E8A-4E29-B9FD-195AF34B0485}"/>
          </ac:graphicFrameMkLst>
        </pc:graphicFrameChg>
        <pc:picChg chg="add mod">
          <ac:chgData name="shanmuk sai srinivas" userId="c1b44e370da95be1" providerId="LiveId" clId="{9F8E2EC8-786B-4FEC-A1F4-D78D3F2A3CF2}" dt="2025-11-09T17:09:07.336" v="1746" actId="1076"/>
          <ac:picMkLst>
            <pc:docMk/>
            <pc:sldMk cId="764449189" sldId="268"/>
            <ac:picMk id="17" creationId="{D46B97DC-827D-198C-955E-B9538AC85E3A}"/>
          </ac:picMkLst>
        </pc:picChg>
        <pc:picChg chg="add mod">
          <ac:chgData name="shanmuk sai srinivas" userId="c1b44e370da95be1" providerId="LiveId" clId="{9F8E2EC8-786B-4FEC-A1F4-D78D3F2A3CF2}" dt="2025-11-09T17:11:34.451" v="1774" actId="1038"/>
          <ac:picMkLst>
            <pc:docMk/>
            <pc:sldMk cId="764449189" sldId="268"/>
            <ac:picMk id="28" creationId="{A049C74E-559B-AFF0-F7DB-9DC0973A320F}"/>
          </ac:picMkLst>
        </pc:picChg>
      </pc:sldChg>
      <pc:sldChg chg="addSp modSp new mod">
        <pc:chgData name="shanmuk sai srinivas" userId="c1b44e370da95be1" providerId="LiveId" clId="{9F8E2EC8-786B-4FEC-A1F4-D78D3F2A3CF2}" dt="2025-11-09T17:27:00.297" v="1948" actId="14100"/>
        <pc:sldMkLst>
          <pc:docMk/>
          <pc:sldMk cId="3218665575" sldId="269"/>
        </pc:sldMkLst>
        <pc:spChg chg="add mod">
          <ac:chgData name="shanmuk sai srinivas" userId="c1b44e370da95be1" providerId="LiveId" clId="{9F8E2EC8-786B-4FEC-A1F4-D78D3F2A3CF2}" dt="2025-11-09T17:14:13.880" v="1815" actId="20577"/>
          <ac:spMkLst>
            <pc:docMk/>
            <pc:sldMk cId="3218665575" sldId="269"/>
            <ac:spMk id="3" creationId="{8BFD5ABF-8FD3-AC97-2934-960862105246}"/>
          </ac:spMkLst>
        </pc:spChg>
        <pc:graphicFrameChg chg="add mod modGraphic">
          <ac:chgData name="shanmuk sai srinivas" userId="c1b44e370da95be1" providerId="LiveId" clId="{9F8E2EC8-786B-4FEC-A1F4-D78D3F2A3CF2}" dt="2025-11-09T17:24:38.819" v="1895" actId="20577"/>
          <ac:graphicFrameMkLst>
            <pc:docMk/>
            <pc:sldMk cId="3218665575" sldId="269"/>
            <ac:graphicFrameMk id="4" creationId="{21585935-4A45-E80A-35E9-A51A28100D38}"/>
          </ac:graphicFrameMkLst>
        </pc:graphicFrameChg>
        <pc:picChg chg="add mod">
          <ac:chgData name="shanmuk sai srinivas" userId="c1b44e370da95be1" providerId="LiveId" clId="{9F8E2EC8-786B-4FEC-A1F4-D78D3F2A3CF2}" dt="2025-11-09T17:27:00.297" v="1948" actId="14100"/>
          <ac:picMkLst>
            <pc:docMk/>
            <pc:sldMk cId="3218665575" sldId="269"/>
            <ac:picMk id="6" creationId="{4ECC19C5-E4A8-EEC7-85C6-6D7AAFBE4DCE}"/>
          </ac:picMkLst>
        </pc:picChg>
      </pc:sldChg>
      <pc:sldChg chg="addSp delSp modSp new mod">
        <pc:chgData name="shanmuk sai srinivas" userId="c1b44e370da95be1" providerId="LiveId" clId="{9F8E2EC8-786B-4FEC-A1F4-D78D3F2A3CF2}" dt="2025-11-11T08:39:27.641" v="2516"/>
        <pc:sldMkLst>
          <pc:docMk/>
          <pc:sldMk cId="1470700881" sldId="270"/>
        </pc:sldMkLst>
        <pc:spChg chg="add del mod">
          <ac:chgData name="shanmuk sai srinivas" userId="c1b44e370da95be1" providerId="LiveId" clId="{9F8E2EC8-786B-4FEC-A1F4-D78D3F2A3CF2}" dt="2025-11-11T08:39:27.641" v="2516"/>
          <ac:spMkLst>
            <pc:docMk/>
            <pc:sldMk cId="1470700881" sldId="270"/>
            <ac:spMk id="2" creationId="{C4371C90-8F54-8069-1F02-072E36554E89}"/>
          </ac:spMkLst>
        </pc:spChg>
        <pc:spChg chg="add mod">
          <ac:chgData name="shanmuk sai srinivas" userId="c1b44e370da95be1" providerId="LiveId" clId="{9F8E2EC8-786B-4FEC-A1F4-D78D3F2A3CF2}" dt="2025-11-10T08:35:37.093" v="1988" actId="20577"/>
          <ac:spMkLst>
            <pc:docMk/>
            <pc:sldMk cId="1470700881" sldId="270"/>
            <ac:spMk id="3" creationId="{70ECA8F7-033D-924E-F373-6FBF8D48EE23}"/>
          </ac:spMkLst>
        </pc:spChg>
        <pc:spChg chg="add del mod">
          <ac:chgData name="shanmuk sai srinivas" userId="c1b44e370da95be1" providerId="LiveId" clId="{9F8E2EC8-786B-4FEC-A1F4-D78D3F2A3CF2}" dt="2025-11-10T08:35:19.420" v="1982"/>
          <ac:spMkLst>
            <pc:docMk/>
            <pc:sldMk cId="1470700881" sldId="270"/>
            <ac:spMk id="6" creationId="{9D7146E5-C636-73C8-5E7D-1D426F892BFB}"/>
          </ac:spMkLst>
        </pc:spChg>
        <pc:spChg chg="add mod">
          <ac:chgData name="shanmuk sai srinivas" userId="c1b44e370da95be1" providerId="LiveId" clId="{9F8E2EC8-786B-4FEC-A1F4-D78D3F2A3CF2}" dt="2025-11-10T09:47:17.102" v="2153" actId="14100"/>
          <ac:spMkLst>
            <pc:docMk/>
            <pc:sldMk cId="1470700881" sldId="270"/>
            <ac:spMk id="7" creationId="{BE4A4E08-AEE1-9B4E-5140-1C574909B885}"/>
          </ac:spMkLst>
        </pc:spChg>
        <pc:spChg chg="add del mod">
          <ac:chgData name="shanmuk sai srinivas" userId="c1b44e370da95be1" providerId="LiveId" clId="{9F8E2EC8-786B-4FEC-A1F4-D78D3F2A3CF2}" dt="2025-11-10T08:50:03.325" v="2059"/>
          <ac:spMkLst>
            <pc:docMk/>
            <pc:sldMk cId="1470700881" sldId="270"/>
            <ac:spMk id="8" creationId="{29A4681F-CFDF-AB1C-7E4A-AEBC8391B1B6}"/>
          </ac:spMkLst>
        </pc:spChg>
        <pc:picChg chg="add mod">
          <ac:chgData name="shanmuk sai srinivas" userId="c1b44e370da95be1" providerId="LiveId" clId="{9F8E2EC8-786B-4FEC-A1F4-D78D3F2A3CF2}" dt="2025-11-10T09:47:12.150" v="2152" actId="14100"/>
          <ac:picMkLst>
            <pc:docMk/>
            <pc:sldMk cId="1470700881" sldId="270"/>
            <ac:picMk id="5" creationId="{BB9B018F-5C79-FF8D-4B8C-41B8B5A92012}"/>
          </ac:picMkLst>
        </pc:picChg>
      </pc:sldChg>
      <pc:sldChg chg="addSp modSp new mod modShow">
        <pc:chgData name="shanmuk sai srinivas" userId="c1b44e370da95be1" providerId="LiveId" clId="{9F8E2EC8-786B-4FEC-A1F4-D78D3F2A3CF2}" dt="2025-11-10T16:07:11.924" v="2476" actId="729"/>
        <pc:sldMkLst>
          <pc:docMk/>
          <pc:sldMk cId="3892926617" sldId="271"/>
        </pc:sldMkLst>
        <pc:spChg chg="add mod">
          <ac:chgData name="shanmuk sai srinivas" userId="c1b44e370da95be1" providerId="LiveId" clId="{9F8E2EC8-786B-4FEC-A1F4-D78D3F2A3CF2}" dt="2025-11-10T08:55:22.973" v="2121" actId="20577"/>
          <ac:spMkLst>
            <pc:docMk/>
            <pc:sldMk cId="3892926617" sldId="271"/>
            <ac:spMk id="3" creationId="{21FE1FB8-BF3B-AAFF-909D-BAB62651D61B}"/>
          </ac:spMkLst>
        </pc:spChg>
      </pc:sldChg>
      <pc:sldChg chg="addSp delSp modSp new mod">
        <pc:chgData name="shanmuk sai srinivas" userId="c1b44e370da95be1" providerId="LiveId" clId="{9F8E2EC8-786B-4FEC-A1F4-D78D3F2A3CF2}" dt="2025-11-10T09:47:48.515" v="2156" actId="14100"/>
        <pc:sldMkLst>
          <pc:docMk/>
          <pc:sldMk cId="3574847994" sldId="272"/>
        </pc:sldMkLst>
        <pc:spChg chg="add del mod">
          <ac:chgData name="shanmuk sai srinivas" userId="c1b44e370da95be1" providerId="LiveId" clId="{9F8E2EC8-786B-4FEC-A1F4-D78D3F2A3CF2}" dt="2025-11-10T08:58:38.527" v="2126"/>
          <ac:spMkLst>
            <pc:docMk/>
            <pc:sldMk cId="3574847994" sldId="272"/>
            <ac:spMk id="2" creationId="{9634B242-96E1-194C-9076-194DA10F73C6}"/>
          </ac:spMkLst>
        </pc:spChg>
        <pc:spChg chg="add mod">
          <ac:chgData name="shanmuk sai srinivas" userId="c1b44e370da95be1" providerId="LiveId" clId="{9F8E2EC8-786B-4FEC-A1F4-D78D3F2A3CF2}" dt="2025-11-10T08:59:17.819" v="2132" actId="1076"/>
          <ac:spMkLst>
            <pc:docMk/>
            <pc:sldMk cId="3574847994" sldId="272"/>
            <ac:spMk id="3" creationId="{B9FD4EF9-8A39-E01D-D189-9FC3C13FCF55}"/>
          </ac:spMkLst>
        </pc:spChg>
        <pc:spChg chg="add del mod">
          <ac:chgData name="shanmuk sai srinivas" userId="c1b44e370da95be1" providerId="LiveId" clId="{9F8E2EC8-786B-4FEC-A1F4-D78D3F2A3CF2}" dt="2025-11-10T08:59:33.738" v="2135"/>
          <ac:spMkLst>
            <pc:docMk/>
            <pc:sldMk cId="3574847994" sldId="272"/>
            <ac:spMk id="4" creationId="{246098DA-8683-FC94-020B-28875EDC88AE}"/>
          </ac:spMkLst>
        </pc:spChg>
        <pc:spChg chg="add mod">
          <ac:chgData name="shanmuk sai srinivas" userId="c1b44e370da95be1" providerId="LiveId" clId="{9F8E2EC8-786B-4FEC-A1F4-D78D3F2A3CF2}" dt="2025-11-10T09:47:36.281" v="2154" actId="14100"/>
          <ac:spMkLst>
            <pc:docMk/>
            <pc:sldMk cId="3574847994" sldId="272"/>
            <ac:spMk id="7" creationId="{65555D7D-A645-FB16-CE69-4E1F2563CCC2}"/>
          </ac:spMkLst>
        </pc:spChg>
        <pc:picChg chg="add mod">
          <ac:chgData name="shanmuk sai srinivas" userId="c1b44e370da95be1" providerId="LiveId" clId="{9F8E2EC8-786B-4FEC-A1F4-D78D3F2A3CF2}" dt="2025-11-10T09:47:48.515" v="2156" actId="14100"/>
          <ac:picMkLst>
            <pc:docMk/>
            <pc:sldMk cId="3574847994" sldId="272"/>
            <ac:picMk id="6" creationId="{B5537BBA-B0F8-93D7-ED57-B767690FE6AF}"/>
          </ac:picMkLst>
        </pc:picChg>
      </pc:sldChg>
      <pc:sldChg chg="addSp modSp new mod">
        <pc:chgData name="shanmuk sai srinivas" userId="c1b44e370da95be1" providerId="LiveId" clId="{9F8E2EC8-786B-4FEC-A1F4-D78D3F2A3CF2}" dt="2025-11-10T10:04:10.171" v="2281" actId="1035"/>
        <pc:sldMkLst>
          <pc:docMk/>
          <pc:sldMk cId="2841147846" sldId="273"/>
        </pc:sldMkLst>
        <pc:spChg chg="add mod">
          <ac:chgData name="shanmuk sai srinivas" userId="c1b44e370da95be1" providerId="LiveId" clId="{9F8E2EC8-786B-4FEC-A1F4-D78D3F2A3CF2}" dt="2025-11-10T09:55:19.241" v="2165" actId="1076"/>
          <ac:spMkLst>
            <pc:docMk/>
            <pc:sldMk cId="2841147846" sldId="273"/>
            <ac:spMk id="2" creationId="{8F4C7B91-11E7-3B32-ABCE-C82427304F17}"/>
          </ac:spMkLst>
        </pc:spChg>
        <pc:spChg chg="add mod">
          <ac:chgData name="shanmuk sai srinivas" userId="c1b44e370da95be1" providerId="LiveId" clId="{9F8E2EC8-786B-4FEC-A1F4-D78D3F2A3CF2}" dt="2025-11-10T09:55:13.818" v="2164" actId="113"/>
          <ac:spMkLst>
            <pc:docMk/>
            <pc:sldMk cId="2841147846" sldId="273"/>
            <ac:spMk id="3" creationId="{569C6092-B51D-15AA-C074-D30E155C2BC0}"/>
          </ac:spMkLst>
        </pc:spChg>
        <pc:spChg chg="add mod">
          <ac:chgData name="shanmuk sai srinivas" userId="c1b44e370da95be1" providerId="LiveId" clId="{9F8E2EC8-786B-4FEC-A1F4-D78D3F2A3CF2}" dt="2025-11-10T09:56:05.167" v="2169" actId="1076"/>
          <ac:spMkLst>
            <pc:docMk/>
            <pc:sldMk cId="2841147846" sldId="273"/>
            <ac:spMk id="5" creationId="{C2CE5E90-AC87-DCFE-F830-16AF59AA1411}"/>
          </ac:spMkLst>
        </pc:spChg>
        <pc:spChg chg="add mod">
          <ac:chgData name="shanmuk sai srinivas" userId="c1b44e370da95be1" providerId="LiveId" clId="{9F8E2EC8-786B-4FEC-A1F4-D78D3F2A3CF2}" dt="2025-11-10T09:56:40.256" v="2173" actId="14100"/>
          <ac:spMkLst>
            <pc:docMk/>
            <pc:sldMk cId="2841147846" sldId="273"/>
            <ac:spMk id="7" creationId="{E66BADFF-B5FB-A426-DF71-92B109911D0F}"/>
          </ac:spMkLst>
        </pc:spChg>
        <pc:spChg chg="add mod">
          <ac:chgData name="shanmuk sai srinivas" userId="c1b44e370da95be1" providerId="LiveId" clId="{9F8E2EC8-786B-4FEC-A1F4-D78D3F2A3CF2}" dt="2025-11-10T10:00:25.270" v="2231" actId="255"/>
          <ac:spMkLst>
            <pc:docMk/>
            <pc:sldMk cId="2841147846" sldId="273"/>
            <ac:spMk id="12" creationId="{08DBCCB3-1A14-4975-E8A6-0E10F55872EE}"/>
          </ac:spMkLst>
        </pc:spChg>
        <pc:spChg chg="add mod">
          <ac:chgData name="shanmuk sai srinivas" userId="c1b44e370da95be1" providerId="LiveId" clId="{9F8E2EC8-786B-4FEC-A1F4-D78D3F2A3CF2}" dt="2025-11-10T10:04:10.171" v="2281" actId="1035"/>
          <ac:spMkLst>
            <pc:docMk/>
            <pc:sldMk cId="2841147846" sldId="273"/>
            <ac:spMk id="14" creationId="{9B2A70B6-4E4A-125D-92CD-C454129FC2E4}"/>
          </ac:spMkLst>
        </pc:spChg>
        <pc:spChg chg="add mod">
          <ac:chgData name="shanmuk sai srinivas" userId="c1b44e370da95be1" providerId="LiveId" clId="{9F8E2EC8-786B-4FEC-A1F4-D78D3F2A3CF2}" dt="2025-11-10T10:00:45.576" v="2234" actId="14100"/>
          <ac:spMkLst>
            <pc:docMk/>
            <pc:sldMk cId="2841147846" sldId="273"/>
            <ac:spMk id="15" creationId="{2FDD1974-4227-D20F-C8B6-A4439D514F3E}"/>
          </ac:spMkLst>
        </pc:spChg>
        <pc:spChg chg="add">
          <ac:chgData name="shanmuk sai srinivas" userId="c1b44e370da95be1" providerId="LiveId" clId="{9F8E2EC8-786B-4FEC-A1F4-D78D3F2A3CF2}" dt="2025-11-10T10:00:51.309" v="2235"/>
          <ac:spMkLst>
            <pc:docMk/>
            <pc:sldMk cId="2841147846" sldId="273"/>
            <ac:spMk id="16" creationId="{77E1C119-A9DF-F357-2F38-011486CD759F}"/>
          </ac:spMkLst>
        </pc:spChg>
        <pc:spChg chg="add">
          <ac:chgData name="shanmuk sai srinivas" userId="c1b44e370da95be1" providerId="LiveId" clId="{9F8E2EC8-786B-4FEC-A1F4-D78D3F2A3CF2}" dt="2025-11-10T10:00:54.546" v="2236"/>
          <ac:spMkLst>
            <pc:docMk/>
            <pc:sldMk cId="2841147846" sldId="273"/>
            <ac:spMk id="17" creationId="{3A2ED2BA-B930-F986-0D20-8615299EFF85}"/>
          </ac:spMkLst>
        </pc:spChg>
        <pc:spChg chg="add">
          <ac:chgData name="shanmuk sai srinivas" userId="c1b44e370da95be1" providerId="LiveId" clId="{9F8E2EC8-786B-4FEC-A1F4-D78D3F2A3CF2}" dt="2025-11-10T10:01:07.169" v="2237"/>
          <ac:spMkLst>
            <pc:docMk/>
            <pc:sldMk cId="2841147846" sldId="273"/>
            <ac:spMk id="18" creationId="{4802CF5E-8B0C-7CCD-296E-CCB46B8873D3}"/>
          </ac:spMkLst>
        </pc:spChg>
        <pc:spChg chg="add mod">
          <ac:chgData name="shanmuk sai srinivas" userId="c1b44e370da95be1" providerId="LiveId" clId="{9F8E2EC8-786B-4FEC-A1F4-D78D3F2A3CF2}" dt="2025-11-10T10:04:00.522" v="2273" actId="1036"/>
          <ac:spMkLst>
            <pc:docMk/>
            <pc:sldMk cId="2841147846" sldId="273"/>
            <ac:spMk id="21" creationId="{5B8144EB-18EC-5959-7A0E-F658E3378CF4}"/>
          </ac:spMkLst>
        </pc:spChg>
        <pc:spChg chg="add">
          <ac:chgData name="shanmuk sai srinivas" userId="c1b44e370da95be1" providerId="LiveId" clId="{9F8E2EC8-786B-4FEC-A1F4-D78D3F2A3CF2}" dt="2025-11-10T10:03:30.703" v="2255"/>
          <ac:spMkLst>
            <pc:docMk/>
            <pc:sldMk cId="2841147846" sldId="273"/>
            <ac:spMk id="22" creationId="{80B3BA12-F57D-C983-2497-5C592CFC8F91}"/>
          </ac:spMkLst>
        </pc:spChg>
        <pc:picChg chg="add mod">
          <ac:chgData name="shanmuk sai srinivas" userId="c1b44e370da95be1" providerId="LiveId" clId="{9F8E2EC8-786B-4FEC-A1F4-D78D3F2A3CF2}" dt="2025-11-10T10:01:54.271" v="2243" actId="1076"/>
          <ac:picMkLst>
            <pc:docMk/>
            <pc:sldMk cId="2841147846" sldId="273"/>
            <ac:picMk id="19" creationId="{961862E5-1B70-570D-A40B-2DD9944CFCC6}"/>
          </ac:picMkLst>
        </pc:picChg>
        <pc:picChg chg="add mod">
          <ac:chgData name="shanmuk sai srinivas" userId="c1b44e370da95be1" providerId="LiveId" clId="{9F8E2EC8-786B-4FEC-A1F4-D78D3F2A3CF2}" dt="2025-11-10T10:03:52.441" v="2270" actId="1036"/>
          <ac:picMkLst>
            <pc:docMk/>
            <pc:sldMk cId="2841147846" sldId="273"/>
            <ac:picMk id="23" creationId="{A7B23F2B-439A-541E-F06B-B85BE119AC8B}"/>
          </ac:picMkLst>
        </pc:picChg>
        <pc:cxnChg chg="add mod">
          <ac:chgData name="shanmuk sai srinivas" userId="c1b44e370da95be1" providerId="LiveId" clId="{9F8E2EC8-786B-4FEC-A1F4-D78D3F2A3CF2}" dt="2025-11-10T09:58:42.257" v="2178" actId="14100"/>
          <ac:cxnSpMkLst>
            <pc:docMk/>
            <pc:sldMk cId="2841147846" sldId="273"/>
            <ac:cxnSpMk id="9" creationId="{FA3D7A2C-CFF3-CEEB-EDDA-1758C31F80B2}"/>
          </ac:cxnSpMkLst>
        </pc:cxnChg>
      </pc:sldChg>
      <pc:sldChg chg="addSp modSp new mod">
        <pc:chgData name="shanmuk sai srinivas" userId="c1b44e370da95be1" providerId="LiveId" clId="{9F8E2EC8-786B-4FEC-A1F4-D78D3F2A3CF2}" dt="2025-11-10T10:05:18.380" v="2299" actId="1076"/>
        <pc:sldMkLst>
          <pc:docMk/>
          <pc:sldMk cId="1402842363" sldId="274"/>
        </pc:sldMkLst>
        <pc:spChg chg="add mod">
          <ac:chgData name="shanmuk sai srinivas" userId="c1b44e370da95be1" providerId="LiveId" clId="{9F8E2EC8-786B-4FEC-A1F4-D78D3F2A3CF2}" dt="2025-11-10T10:04:55.730" v="2296" actId="1037"/>
          <ac:spMkLst>
            <pc:docMk/>
            <pc:sldMk cId="1402842363" sldId="274"/>
            <ac:spMk id="3" creationId="{29C4E089-DF6E-AB8D-D691-A7416AE90449}"/>
          </ac:spMkLst>
        </pc:spChg>
        <pc:spChg chg="add">
          <ac:chgData name="shanmuk sai srinivas" userId="c1b44e370da95be1" providerId="LiveId" clId="{9F8E2EC8-786B-4FEC-A1F4-D78D3F2A3CF2}" dt="2025-11-10T10:05:11.755" v="2297"/>
          <ac:spMkLst>
            <pc:docMk/>
            <pc:sldMk cId="1402842363" sldId="274"/>
            <ac:spMk id="4" creationId="{D6EAE0FB-1B95-B9B8-CDEF-17598FF75EDF}"/>
          </ac:spMkLst>
        </pc:spChg>
        <pc:picChg chg="add mod">
          <ac:chgData name="shanmuk sai srinivas" userId="c1b44e370da95be1" providerId="LiveId" clId="{9F8E2EC8-786B-4FEC-A1F4-D78D3F2A3CF2}" dt="2025-11-10T10:05:18.380" v="2299" actId="1076"/>
          <ac:picMkLst>
            <pc:docMk/>
            <pc:sldMk cId="1402842363" sldId="274"/>
            <ac:picMk id="5" creationId="{E521F8E9-CD73-0960-2848-1001F9798BE8}"/>
          </ac:picMkLst>
        </pc:picChg>
      </pc:sldChg>
      <pc:sldChg chg="addSp delSp modSp new mod">
        <pc:chgData name="shanmuk sai srinivas" userId="c1b44e370da95be1" providerId="LiveId" clId="{9F8E2EC8-786B-4FEC-A1F4-D78D3F2A3CF2}" dt="2025-11-10T10:20:50.939" v="2416" actId="20577"/>
        <pc:sldMkLst>
          <pc:docMk/>
          <pc:sldMk cId="3730478064" sldId="275"/>
        </pc:sldMkLst>
        <pc:spChg chg="add mod">
          <ac:chgData name="shanmuk sai srinivas" userId="c1b44e370da95be1" providerId="LiveId" clId="{9F8E2EC8-786B-4FEC-A1F4-D78D3F2A3CF2}" dt="2025-11-10T10:14:47.454" v="2324" actId="1076"/>
          <ac:spMkLst>
            <pc:docMk/>
            <pc:sldMk cId="3730478064" sldId="275"/>
            <ac:spMk id="3" creationId="{C4A8E897-3811-43EB-D82D-831E4A40A2B0}"/>
          </ac:spMkLst>
        </pc:spChg>
        <pc:spChg chg="add mod">
          <ac:chgData name="shanmuk sai srinivas" userId="c1b44e370da95be1" providerId="LiveId" clId="{9F8E2EC8-786B-4FEC-A1F4-D78D3F2A3CF2}" dt="2025-11-10T10:14:23.297" v="2318" actId="1076"/>
          <ac:spMkLst>
            <pc:docMk/>
            <pc:sldMk cId="3730478064" sldId="275"/>
            <ac:spMk id="5" creationId="{B910A3D7-1090-6DEA-DE14-99C161AA539A}"/>
          </ac:spMkLst>
        </pc:spChg>
        <pc:spChg chg="add del">
          <ac:chgData name="shanmuk sai srinivas" userId="c1b44e370da95be1" providerId="LiveId" clId="{9F8E2EC8-786B-4FEC-A1F4-D78D3F2A3CF2}" dt="2025-11-10T10:12:12.970" v="2311" actId="22"/>
          <ac:spMkLst>
            <pc:docMk/>
            <pc:sldMk cId="3730478064" sldId="275"/>
            <ac:spMk id="7" creationId="{98A5E32D-0F0D-1163-0B05-998FAFD6FA80}"/>
          </ac:spMkLst>
        </pc:spChg>
        <pc:spChg chg="add mod">
          <ac:chgData name="shanmuk sai srinivas" userId="c1b44e370da95be1" providerId="LiveId" clId="{9F8E2EC8-786B-4FEC-A1F4-D78D3F2A3CF2}" dt="2025-11-10T10:17:19.933" v="2365" actId="313"/>
          <ac:spMkLst>
            <pc:docMk/>
            <pc:sldMk cId="3730478064" sldId="275"/>
            <ac:spMk id="8" creationId="{8345531D-0636-30A8-9837-E81652E673E3}"/>
          </ac:spMkLst>
        </pc:spChg>
        <pc:spChg chg="add mod">
          <ac:chgData name="shanmuk sai srinivas" userId="c1b44e370da95be1" providerId="LiveId" clId="{9F8E2EC8-786B-4FEC-A1F4-D78D3F2A3CF2}" dt="2025-11-10T10:17:38.594" v="2372" actId="1076"/>
          <ac:spMkLst>
            <pc:docMk/>
            <pc:sldMk cId="3730478064" sldId="275"/>
            <ac:spMk id="10" creationId="{1651C3C6-56D0-1732-A429-2CCBD123BC6F}"/>
          </ac:spMkLst>
        </pc:spChg>
        <pc:spChg chg="add mod">
          <ac:chgData name="shanmuk sai srinivas" userId="c1b44e370da95be1" providerId="LiveId" clId="{9F8E2EC8-786B-4FEC-A1F4-D78D3F2A3CF2}" dt="2025-11-10T10:20:50.939" v="2416" actId="20577"/>
          <ac:spMkLst>
            <pc:docMk/>
            <pc:sldMk cId="3730478064" sldId="275"/>
            <ac:spMk id="12" creationId="{909D4E90-6341-74E0-91C1-7221760C5D27}"/>
          </ac:spMkLst>
        </pc:spChg>
        <pc:picChg chg="add mod">
          <ac:chgData name="shanmuk sai srinivas" userId="c1b44e370da95be1" providerId="LiveId" clId="{9F8E2EC8-786B-4FEC-A1F4-D78D3F2A3CF2}" dt="2025-11-10T10:14:32.692" v="2321" actId="1076"/>
          <ac:picMkLst>
            <pc:docMk/>
            <pc:sldMk cId="3730478064" sldId="275"/>
            <ac:picMk id="5122" creationId="{8E9FC5F7-7C59-DC59-3682-D28B1FAF2F8B}"/>
          </ac:picMkLst>
        </pc:picChg>
      </pc:sldChg>
      <pc:sldChg chg="addSp modSp new mod modShow">
        <pc:chgData name="shanmuk sai srinivas" userId="c1b44e370da95be1" providerId="LiveId" clId="{9F8E2EC8-786B-4FEC-A1F4-D78D3F2A3CF2}" dt="2025-11-10T16:07:32.185" v="2477" actId="729"/>
        <pc:sldMkLst>
          <pc:docMk/>
          <pc:sldMk cId="2811422353" sldId="276"/>
        </pc:sldMkLst>
        <pc:spChg chg="add mod">
          <ac:chgData name="shanmuk sai srinivas" userId="c1b44e370da95be1" providerId="LiveId" clId="{9F8E2EC8-786B-4FEC-A1F4-D78D3F2A3CF2}" dt="2025-11-10T10:21:59.529" v="2423" actId="1076"/>
          <ac:spMkLst>
            <pc:docMk/>
            <pc:sldMk cId="2811422353" sldId="276"/>
            <ac:spMk id="2" creationId="{5417AE56-2B35-25A2-C938-F77FD96D904F}"/>
          </ac:spMkLst>
        </pc:spChg>
        <pc:spChg chg="add mod">
          <ac:chgData name="shanmuk sai srinivas" userId="c1b44e370da95be1" providerId="LiveId" clId="{9F8E2EC8-786B-4FEC-A1F4-D78D3F2A3CF2}" dt="2025-11-10T10:23:18.197" v="2436" actId="20577"/>
          <ac:spMkLst>
            <pc:docMk/>
            <pc:sldMk cId="2811422353" sldId="276"/>
            <ac:spMk id="3" creationId="{0644B37F-3274-755D-CA51-B7B9187B2DDF}"/>
          </ac:spMkLst>
        </pc:spChg>
        <pc:spChg chg="add mod">
          <ac:chgData name="shanmuk sai srinivas" userId="c1b44e370da95be1" providerId="LiveId" clId="{9F8E2EC8-786B-4FEC-A1F4-D78D3F2A3CF2}" dt="2025-11-10T10:24:29.230" v="2452" actId="1076"/>
          <ac:spMkLst>
            <pc:docMk/>
            <pc:sldMk cId="2811422353" sldId="276"/>
            <ac:spMk id="4" creationId="{900A31A6-6E4F-AEF1-825A-A4C3F62788E0}"/>
          </ac:spMkLst>
        </pc:spChg>
        <pc:spChg chg="add mod">
          <ac:chgData name="shanmuk sai srinivas" userId="c1b44e370da95be1" providerId="LiveId" clId="{9F8E2EC8-786B-4FEC-A1F4-D78D3F2A3CF2}" dt="2025-11-10T10:24:59.065" v="2454" actId="1076"/>
          <ac:spMkLst>
            <pc:docMk/>
            <pc:sldMk cId="2811422353" sldId="276"/>
            <ac:spMk id="6" creationId="{481249E3-F2DD-B56E-F557-6FBFEC76B61B}"/>
          </ac:spMkLst>
        </pc:spChg>
        <pc:spChg chg="add mod">
          <ac:chgData name="shanmuk sai srinivas" userId="c1b44e370da95be1" providerId="LiveId" clId="{9F8E2EC8-786B-4FEC-A1F4-D78D3F2A3CF2}" dt="2025-11-10T10:27:51.606" v="2475" actId="255"/>
          <ac:spMkLst>
            <pc:docMk/>
            <pc:sldMk cId="2811422353" sldId="276"/>
            <ac:spMk id="7" creationId="{113B5326-A612-0235-4F9A-AE7558B3478D}"/>
          </ac:spMkLst>
        </pc:spChg>
      </pc:sldChg>
      <pc:sldChg chg="addSp modSp new mod">
        <pc:chgData name="shanmuk sai srinivas" userId="c1b44e370da95be1" providerId="LiveId" clId="{9F8E2EC8-786B-4FEC-A1F4-D78D3F2A3CF2}" dt="2025-11-11T09:51:23.520" v="2716" actId="1076"/>
        <pc:sldMkLst>
          <pc:docMk/>
          <pc:sldMk cId="4049459621" sldId="277"/>
        </pc:sldMkLst>
        <pc:spChg chg="add mod">
          <ac:chgData name="shanmuk sai srinivas" userId="c1b44e370da95be1" providerId="LiveId" clId="{9F8E2EC8-786B-4FEC-A1F4-D78D3F2A3CF2}" dt="2025-11-11T09:37:49.888" v="2660" actId="1036"/>
          <ac:spMkLst>
            <pc:docMk/>
            <pc:sldMk cId="4049459621" sldId="277"/>
            <ac:spMk id="2" creationId="{23071D7F-5EA6-1DDF-C286-0116195FCA20}"/>
          </ac:spMkLst>
        </pc:spChg>
        <pc:spChg chg="add mod">
          <ac:chgData name="shanmuk sai srinivas" userId="c1b44e370da95be1" providerId="LiveId" clId="{9F8E2EC8-786B-4FEC-A1F4-D78D3F2A3CF2}" dt="2025-11-11T09:51:12.928" v="2714" actId="1076"/>
          <ac:spMkLst>
            <pc:docMk/>
            <pc:sldMk cId="4049459621" sldId="277"/>
            <ac:spMk id="4" creationId="{9BCD1A62-0904-D63D-66B9-F3A86209C009}"/>
          </ac:spMkLst>
        </pc:spChg>
        <pc:picChg chg="add mod">
          <ac:chgData name="shanmuk sai srinivas" userId="c1b44e370da95be1" providerId="LiveId" clId="{9F8E2EC8-786B-4FEC-A1F4-D78D3F2A3CF2}" dt="2025-11-11T09:51:23.520" v="2716" actId="1076"/>
          <ac:picMkLst>
            <pc:docMk/>
            <pc:sldMk cId="4049459621" sldId="277"/>
            <ac:picMk id="6" creationId="{0F417AC1-9B20-BEF2-49D4-DD08719815DB}"/>
          </ac:picMkLst>
        </pc:picChg>
      </pc:sldChg>
      <pc:sldChg chg="addSp delSp modSp new mod">
        <pc:chgData name="shanmuk sai srinivas" userId="c1b44e370da95be1" providerId="LiveId" clId="{9F8E2EC8-786B-4FEC-A1F4-D78D3F2A3CF2}" dt="2025-11-11T08:55:25.085" v="2623"/>
        <pc:sldMkLst>
          <pc:docMk/>
          <pc:sldMk cId="381183921" sldId="278"/>
        </pc:sldMkLst>
        <pc:spChg chg="add mod">
          <ac:chgData name="shanmuk sai srinivas" userId="c1b44e370da95be1" providerId="LiveId" clId="{9F8E2EC8-786B-4FEC-A1F4-D78D3F2A3CF2}" dt="2025-11-11T08:39:37.280" v="2519" actId="1076"/>
          <ac:spMkLst>
            <pc:docMk/>
            <pc:sldMk cId="381183921" sldId="278"/>
            <ac:spMk id="3" creationId="{78A068A9-D981-1883-894E-33B267C36126}"/>
          </ac:spMkLst>
        </pc:spChg>
        <pc:spChg chg="add mod">
          <ac:chgData name="shanmuk sai srinivas" userId="c1b44e370da95be1" providerId="LiveId" clId="{9F8E2EC8-786B-4FEC-A1F4-D78D3F2A3CF2}" dt="2025-11-11T08:42:17.699" v="2572" actId="20577"/>
          <ac:spMkLst>
            <pc:docMk/>
            <pc:sldMk cId="381183921" sldId="278"/>
            <ac:spMk id="4" creationId="{9B484A80-2F30-B990-616F-6F6BE4553BEA}"/>
          </ac:spMkLst>
        </pc:spChg>
        <pc:spChg chg="add mod">
          <ac:chgData name="shanmuk sai srinivas" userId="c1b44e370da95be1" providerId="LiveId" clId="{9F8E2EC8-786B-4FEC-A1F4-D78D3F2A3CF2}" dt="2025-11-11T08:47:45.197" v="2591" actId="1076"/>
          <ac:spMkLst>
            <pc:docMk/>
            <pc:sldMk cId="381183921" sldId="278"/>
            <ac:spMk id="6" creationId="{8F924D01-5A5D-4DB1-80BB-91D416B27998}"/>
          </ac:spMkLst>
        </pc:spChg>
        <pc:spChg chg="add mod">
          <ac:chgData name="shanmuk sai srinivas" userId="c1b44e370da95be1" providerId="LiveId" clId="{9F8E2EC8-786B-4FEC-A1F4-D78D3F2A3CF2}" dt="2025-11-11T08:47:38.124" v="2590" actId="1076"/>
          <ac:spMkLst>
            <pc:docMk/>
            <pc:sldMk cId="381183921" sldId="278"/>
            <ac:spMk id="9" creationId="{F1A98474-D529-01CC-E260-0A51AF263649}"/>
          </ac:spMkLst>
        </pc:spChg>
        <pc:picChg chg="add del mod">
          <ac:chgData name="shanmuk sai srinivas" userId="c1b44e370da95be1" providerId="LiveId" clId="{9F8E2EC8-786B-4FEC-A1F4-D78D3F2A3CF2}" dt="2025-11-11T08:54:02.934" v="2615" actId="478"/>
          <ac:picMkLst>
            <pc:docMk/>
            <pc:sldMk cId="381183921" sldId="278"/>
            <ac:picMk id="8" creationId="{3B8EA610-8DB0-3359-5AE9-02AF84E80B0B}"/>
          </ac:picMkLst>
        </pc:picChg>
        <pc:picChg chg="add mod">
          <ac:chgData name="shanmuk sai srinivas" userId="c1b44e370da95be1" providerId="LiveId" clId="{9F8E2EC8-786B-4FEC-A1F4-D78D3F2A3CF2}" dt="2025-11-11T08:55:25.085" v="2623"/>
          <ac:picMkLst>
            <pc:docMk/>
            <pc:sldMk cId="381183921" sldId="278"/>
            <ac:picMk id="11" creationId="{E89C4A77-D9BA-4146-EF9C-AE833BCEE514}"/>
          </ac:picMkLst>
        </pc:picChg>
      </pc:sldChg>
      <pc:sldChg chg="addSp modSp new mod">
        <pc:chgData name="shanmuk sai srinivas" userId="c1b44e370da95be1" providerId="LiveId" clId="{9F8E2EC8-786B-4FEC-A1F4-D78D3F2A3CF2}" dt="2025-11-11T10:04:51.037" v="2857"/>
        <pc:sldMkLst>
          <pc:docMk/>
          <pc:sldMk cId="3880878545" sldId="279"/>
        </pc:sldMkLst>
        <pc:spChg chg="add mod">
          <ac:chgData name="shanmuk sai srinivas" userId="c1b44e370da95be1" providerId="LiveId" clId="{9F8E2EC8-786B-4FEC-A1F4-D78D3F2A3CF2}" dt="2025-11-11T08:52:30.900" v="2614" actId="1076"/>
          <ac:spMkLst>
            <pc:docMk/>
            <pc:sldMk cId="3880878545" sldId="279"/>
            <ac:spMk id="3" creationId="{8091DC38-4216-3F56-B962-C3A0A404012E}"/>
          </ac:spMkLst>
        </pc:spChg>
        <pc:picChg chg="add mod">
          <ac:chgData name="shanmuk sai srinivas" userId="c1b44e370da95be1" providerId="LiveId" clId="{9F8E2EC8-786B-4FEC-A1F4-D78D3F2A3CF2}" dt="2025-11-11T08:56:17.863" v="2630" actId="14100"/>
          <ac:picMkLst>
            <pc:docMk/>
            <pc:sldMk cId="3880878545" sldId="279"/>
            <ac:picMk id="5" creationId="{12280074-8BFD-EB89-3CD6-B2678417FE73}"/>
          </ac:picMkLst>
        </pc:picChg>
        <pc:inkChg chg="add">
          <ac:chgData name="shanmuk sai srinivas" userId="c1b44e370da95be1" providerId="LiveId" clId="{9F8E2EC8-786B-4FEC-A1F4-D78D3F2A3CF2}" dt="2025-11-11T10:04:51.037" v="2857"/>
          <ac:inkMkLst>
            <pc:docMk/>
            <pc:sldMk cId="3880878545" sldId="279"/>
            <ac:inkMk id="6" creationId="{9F0D4B87-8FBA-2F5B-2436-EE204EFCF927}"/>
          </ac:inkMkLst>
        </pc:inkChg>
      </pc:sldChg>
      <pc:sldChg chg="addSp delSp modSp new mod">
        <pc:chgData name="shanmuk sai srinivas" userId="c1b44e370da95be1" providerId="LiveId" clId="{9F8E2EC8-786B-4FEC-A1F4-D78D3F2A3CF2}" dt="2025-11-11T10:07:40.388" v="2859" actId="22"/>
        <pc:sldMkLst>
          <pc:docMk/>
          <pc:sldMk cId="3350741607" sldId="280"/>
        </pc:sldMkLst>
        <pc:spChg chg="add mod">
          <ac:chgData name="shanmuk sai srinivas" userId="c1b44e370da95be1" providerId="LiveId" clId="{9F8E2EC8-786B-4FEC-A1F4-D78D3F2A3CF2}" dt="2025-11-11T09:51:40.950" v="2719" actId="1076"/>
          <ac:spMkLst>
            <pc:docMk/>
            <pc:sldMk cId="3350741607" sldId="280"/>
            <ac:spMk id="3" creationId="{FA5E645D-E983-052B-6004-F98084203B62}"/>
          </ac:spMkLst>
        </pc:spChg>
        <pc:spChg chg="add del">
          <ac:chgData name="shanmuk sai srinivas" userId="c1b44e370da95be1" providerId="LiveId" clId="{9F8E2EC8-786B-4FEC-A1F4-D78D3F2A3CF2}" dt="2025-11-11T10:07:40.388" v="2859" actId="22"/>
          <ac:spMkLst>
            <pc:docMk/>
            <pc:sldMk cId="3350741607" sldId="280"/>
            <ac:spMk id="5" creationId="{88FCB1C6-2B3C-3193-1161-C17F1BF53F2E}"/>
          </ac:spMkLst>
        </pc:spChg>
      </pc:sldChg>
      <pc:sldChg chg="addSp delSp modSp new mod">
        <pc:chgData name="shanmuk sai srinivas" userId="c1b44e370da95be1" providerId="LiveId" clId="{9F8E2EC8-786B-4FEC-A1F4-D78D3F2A3CF2}" dt="2025-11-11T10:09:08.439" v="2872"/>
        <pc:sldMkLst>
          <pc:docMk/>
          <pc:sldMk cId="3191257207" sldId="281"/>
        </pc:sldMkLst>
        <pc:spChg chg="add mod">
          <ac:chgData name="shanmuk sai srinivas" userId="c1b44e370da95be1" providerId="LiveId" clId="{9F8E2EC8-786B-4FEC-A1F4-D78D3F2A3CF2}" dt="2025-11-11T10:08:07.916" v="2864" actId="1076"/>
          <ac:spMkLst>
            <pc:docMk/>
            <pc:sldMk cId="3191257207" sldId="281"/>
            <ac:spMk id="3" creationId="{C528E383-99A3-0F7B-5EC2-731C2E266375}"/>
          </ac:spMkLst>
        </pc:spChg>
        <pc:spChg chg="add mod">
          <ac:chgData name="shanmuk sai srinivas" userId="c1b44e370da95be1" providerId="LiveId" clId="{9F8E2EC8-786B-4FEC-A1F4-D78D3F2A3CF2}" dt="2025-11-11T10:08:46.595" v="2869" actId="1076"/>
          <ac:spMkLst>
            <pc:docMk/>
            <pc:sldMk cId="3191257207" sldId="281"/>
            <ac:spMk id="5" creationId="{B6C9A119-C8B0-3E00-9582-4088DF0C5D0C}"/>
          </ac:spMkLst>
        </pc:spChg>
        <pc:spChg chg="add del mod">
          <ac:chgData name="shanmuk sai srinivas" userId="c1b44e370da95be1" providerId="LiveId" clId="{9F8E2EC8-786B-4FEC-A1F4-D78D3F2A3CF2}" dt="2025-11-11T10:09:08.439" v="2872"/>
          <ac:spMkLst>
            <pc:docMk/>
            <pc:sldMk cId="3191257207" sldId="281"/>
            <ac:spMk id="6" creationId="{6FEBB3B1-7D38-8ED5-2E9E-137E20F7C976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5-11-11T10:04:35.44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9331 14411 0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1ED29B-AA07-4052-BC00-975482F6F750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8BB511-A7D4-4B3F-B48C-E32E576286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6060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8BB511-A7D4-4B3F-B48C-E32E576286FB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83675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5900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5009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20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7503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4177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7847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5373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4647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3304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7465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19773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74242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76004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9299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63792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78031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6301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1034F576-A948-4BDE-9731-CCB1C5CC4121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5757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srinivasganji027@gmail.com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file:///C:\Users\srini\OneDrive\Pictures\Screenshots\Screenshot%202025-11-11%20142255.png" TargetMode="Externa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file:///C:\Users\srini\OneDrive\Pictures\Screenshots\Screenshot%202025-11-10%20135402-2.png" TargetMode="Externa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file:///C:\Users\srini\OneDrive\Pictures\Screenshots\Screenshot%202025-11-11%20151024.png" TargetMode="Externa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72702-3BB1-E9D9-2380-59648BE0AA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1028835"/>
          </a:xfrm>
        </p:spPr>
        <p:txBody>
          <a:bodyPr/>
          <a:lstStyle/>
          <a:p>
            <a:pPr algn="ctr"/>
            <a:r>
              <a:rPr lang="en-IN" dirty="0"/>
              <a:t>Crowd Count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F8D045-27F0-A95B-BCCC-F0B2F1B4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401" y="1122652"/>
            <a:ext cx="1543665" cy="1543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566418-233A-7BE4-7CB1-BB52F633FCED}"/>
              </a:ext>
            </a:extLst>
          </p:cNvPr>
          <p:cNvSpPr txBox="1"/>
          <p:nvPr/>
        </p:nvSpPr>
        <p:spPr>
          <a:xfrm>
            <a:off x="8160774" y="3163969"/>
            <a:ext cx="357726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Intern: </a:t>
            </a:r>
            <a:br>
              <a:rPr lang="en-IN" dirty="0"/>
            </a:br>
            <a:r>
              <a:rPr lang="en-IN" dirty="0"/>
              <a:t>Name: G. shanmuk</a:t>
            </a:r>
            <a:br>
              <a:rPr lang="en-IN" dirty="0"/>
            </a:br>
            <a:r>
              <a:rPr lang="en-IN" dirty="0"/>
              <a:t>Email: </a:t>
            </a:r>
            <a:r>
              <a:rPr lang="en-IN" dirty="0">
                <a:hlinkClick r:id="rId3"/>
              </a:rPr>
              <a:t>srinivasganji027@gmail.com</a:t>
            </a:r>
            <a:br>
              <a:rPr lang="en-IN" dirty="0"/>
            </a:br>
            <a:r>
              <a:rPr lang="en-IN" dirty="0"/>
              <a:t>Batch: 3</a:t>
            </a:r>
          </a:p>
          <a:p>
            <a:r>
              <a:rPr lang="en-IN" dirty="0"/>
              <a:t>Training starting date</a:t>
            </a:r>
            <a:r>
              <a:rPr lang="en-IN"/>
              <a:t>: 22/8/2025</a:t>
            </a:r>
            <a:br>
              <a:rPr lang="en-IN" dirty="0"/>
            </a:br>
            <a:r>
              <a:rPr lang="en-IN"/>
              <a:t>ending date: 21/11/2025</a:t>
            </a:r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B924F7-3B5A-430F-2F4F-353FB3C6821F}"/>
              </a:ext>
            </a:extLst>
          </p:cNvPr>
          <p:cNvSpPr txBox="1"/>
          <p:nvPr/>
        </p:nvSpPr>
        <p:spPr>
          <a:xfrm>
            <a:off x="8160774" y="5154766"/>
            <a:ext cx="38345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Mentor's Name</a:t>
            </a:r>
            <a:r>
              <a:rPr lang="en-US" dirty="0"/>
              <a:t>: </a:t>
            </a:r>
            <a:r>
              <a:rPr lang="en-IN" dirty="0"/>
              <a:t>Asma</a:t>
            </a:r>
          </a:p>
          <a:p>
            <a:pPr>
              <a:buNone/>
            </a:pPr>
            <a:r>
              <a:rPr lang="en-US" dirty="0"/>
              <a:t>Email: </a:t>
            </a:r>
            <a:r>
              <a:rPr lang="en-IN" dirty="0"/>
              <a:t>springboardm05@gmail.com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A41918-86FA-EEC9-4827-CABC61F6F426}"/>
              </a:ext>
            </a:extLst>
          </p:cNvPr>
          <p:cNvCxnSpPr/>
          <p:nvPr/>
        </p:nvCxnSpPr>
        <p:spPr>
          <a:xfrm>
            <a:off x="8032955" y="5154766"/>
            <a:ext cx="14060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B8A0244-741F-E8AE-6DB4-16268D337AE4}"/>
              </a:ext>
            </a:extLst>
          </p:cNvPr>
          <p:cNvCxnSpPr>
            <a:cxnSpLocks/>
          </p:cNvCxnSpPr>
          <p:nvPr/>
        </p:nvCxnSpPr>
        <p:spPr>
          <a:xfrm>
            <a:off x="8229600" y="4955458"/>
            <a:ext cx="26142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89481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3BAA4-1E45-0EB8-E4D6-F998E245B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Purpose of the crowd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E842A-6C30-6B1A-2A32-CB7980EB2F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primary objective of the </a:t>
            </a:r>
            <a:r>
              <a:rPr lang="en-US" b="1" dirty="0"/>
              <a:t>Crowd Count</a:t>
            </a:r>
            <a:r>
              <a:rPr lang="en-US" dirty="0"/>
              <a:t> system is to </a:t>
            </a:r>
            <a:r>
              <a:rPr lang="en-US" b="1" dirty="0"/>
              <a:t>automatically estimate the number of people in a given area using visual data (images or video feeds)</a:t>
            </a:r>
            <a:r>
              <a:rPr lang="en-US" dirty="0"/>
              <a:t> and to generate actionable insights for effective crowd management. This system is designed to support real-time monitoring, spatial analysis, and trend visualization, enabling proactive decision-making in dynamic environments.</a:t>
            </a:r>
          </a:p>
        </p:txBody>
      </p:sp>
    </p:spTree>
    <p:extLst>
      <p:ext uri="{BB962C8B-B14F-4D97-AF65-F5344CB8AC3E}">
        <p14:creationId xmlns:p14="http://schemas.microsoft.com/office/powerpoint/2010/main" val="102244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08DFC-9347-0288-8A5F-241AB9826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0054" y="0"/>
            <a:ext cx="9232850" cy="739877"/>
          </a:xfrm>
        </p:spPr>
        <p:txBody>
          <a:bodyPr/>
          <a:lstStyle/>
          <a:p>
            <a:r>
              <a:rPr lang="en-IN" dirty="0"/>
              <a:t>Tools &amp;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DE748-5D0D-D518-3017-9D078C8A1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11" y="858791"/>
            <a:ext cx="8317370" cy="421350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b="1" dirty="0"/>
              <a:t>Backend &amp; Server Technologies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8BB6A5A-F23F-5DA1-5F01-6B93D14808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762745"/>
              </p:ext>
            </p:extLst>
          </p:nvPr>
        </p:nvGraphicFramePr>
        <p:xfrm>
          <a:off x="1287664" y="1487545"/>
          <a:ext cx="10904336" cy="3743215"/>
        </p:xfrm>
        <a:graphic>
          <a:graphicData uri="http://schemas.openxmlformats.org/drawingml/2006/table">
            <a:tbl>
              <a:tblPr/>
              <a:tblGrid>
                <a:gridCol w="2726084">
                  <a:extLst>
                    <a:ext uri="{9D8B030D-6E8A-4147-A177-3AD203B41FA5}">
                      <a16:colId xmlns:a16="http://schemas.microsoft.com/office/drawing/2014/main" val="364448822"/>
                    </a:ext>
                  </a:extLst>
                </a:gridCol>
                <a:gridCol w="2726084">
                  <a:extLst>
                    <a:ext uri="{9D8B030D-6E8A-4147-A177-3AD203B41FA5}">
                      <a16:colId xmlns:a16="http://schemas.microsoft.com/office/drawing/2014/main" val="1927065824"/>
                    </a:ext>
                  </a:extLst>
                </a:gridCol>
                <a:gridCol w="2726084">
                  <a:extLst>
                    <a:ext uri="{9D8B030D-6E8A-4147-A177-3AD203B41FA5}">
                      <a16:colId xmlns:a16="http://schemas.microsoft.com/office/drawing/2014/main" val="720557595"/>
                    </a:ext>
                  </a:extLst>
                </a:gridCol>
                <a:gridCol w="2726084">
                  <a:extLst>
                    <a:ext uri="{9D8B030D-6E8A-4147-A177-3AD203B41FA5}">
                      <a16:colId xmlns:a16="http://schemas.microsoft.com/office/drawing/2014/main" val="2879709772"/>
                    </a:ext>
                  </a:extLst>
                </a:gridCol>
              </a:tblGrid>
              <a:tr h="331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 err="1"/>
                        <a:t>S.No</a:t>
                      </a:r>
                      <a:endParaRPr lang="en-IN" sz="1400" dirty="0"/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Component</a:t>
                      </a:r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Technology/Library</a:t>
                      </a:r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Role in the Project</a:t>
                      </a:r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5803095"/>
                  </a:ext>
                </a:extLst>
              </a:tr>
              <a:tr h="1580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1.</a:t>
                      </a:r>
                      <a:endParaRPr lang="en-IN" sz="1400"/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Web Framework</a:t>
                      </a:r>
                      <a:endParaRPr lang="en-IN" sz="1400" dirty="0"/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Flask</a:t>
                      </a:r>
                      <a:endParaRPr lang="en-IN" sz="1400" dirty="0"/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The core </a:t>
                      </a:r>
                      <a:r>
                        <a:rPr lang="en-US" sz="1400" b="1" dirty="0"/>
                        <a:t>Python web server</a:t>
                      </a:r>
                      <a:r>
                        <a:rPr lang="en-US" sz="1400" dirty="0"/>
                        <a:t> that handles routing, HTTP requests/responses, and ties all components together.</a:t>
                      </a:r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0537059"/>
                  </a:ext>
                </a:extLst>
              </a:tr>
              <a:tr h="18309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2.</a:t>
                      </a:r>
                      <a:endParaRPr lang="en-IN" sz="1400"/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Authentication &amp; DB</a:t>
                      </a:r>
                      <a:endParaRPr lang="en-IN" sz="1400" dirty="0"/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 err="1"/>
                        <a:t>Pyrebase</a:t>
                      </a:r>
                      <a:r>
                        <a:rPr lang="en-IN" sz="1400" dirty="0"/>
                        <a:t> (Firebase)</a:t>
                      </a:r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Used for </a:t>
                      </a:r>
                      <a:r>
                        <a:rPr lang="en-US" sz="1400" b="1" dirty="0"/>
                        <a:t>user authentication</a:t>
                      </a:r>
                      <a:r>
                        <a:rPr lang="en-US" sz="1400" dirty="0"/>
                        <a:t> (sign-in/register) and </a:t>
                      </a:r>
                      <a:r>
                        <a:rPr lang="en-US" sz="1400" b="1" dirty="0"/>
                        <a:t>Realtime Database</a:t>
                      </a:r>
                      <a:r>
                        <a:rPr lang="en-US" sz="1400" dirty="0"/>
                        <a:t> interaction (storing user data, logs, and camera config).</a:t>
                      </a:r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2945779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B4F2EFAF-C5CD-A852-CC7D-DE8D250A63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300088"/>
              </p:ext>
            </p:extLst>
          </p:nvPr>
        </p:nvGraphicFramePr>
        <p:xfrm>
          <a:off x="1216776" y="4971642"/>
          <a:ext cx="10975224" cy="3124200"/>
        </p:xfrm>
        <a:graphic>
          <a:graphicData uri="http://schemas.openxmlformats.org/drawingml/2006/table">
            <a:tbl>
              <a:tblPr/>
              <a:tblGrid>
                <a:gridCol w="2743806">
                  <a:extLst>
                    <a:ext uri="{9D8B030D-6E8A-4147-A177-3AD203B41FA5}">
                      <a16:colId xmlns:a16="http://schemas.microsoft.com/office/drawing/2014/main" val="3488527629"/>
                    </a:ext>
                  </a:extLst>
                </a:gridCol>
                <a:gridCol w="2743806">
                  <a:extLst>
                    <a:ext uri="{9D8B030D-6E8A-4147-A177-3AD203B41FA5}">
                      <a16:colId xmlns:a16="http://schemas.microsoft.com/office/drawing/2014/main" val="1649353228"/>
                    </a:ext>
                  </a:extLst>
                </a:gridCol>
                <a:gridCol w="2743806">
                  <a:extLst>
                    <a:ext uri="{9D8B030D-6E8A-4147-A177-3AD203B41FA5}">
                      <a16:colId xmlns:a16="http://schemas.microsoft.com/office/drawing/2014/main" val="178889659"/>
                    </a:ext>
                  </a:extLst>
                </a:gridCol>
                <a:gridCol w="2743806">
                  <a:extLst>
                    <a:ext uri="{9D8B030D-6E8A-4147-A177-3AD203B41FA5}">
                      <a16:colId xmlns:a16="http://schemas.microsoft.com/office/drawing/2014/main" val="3587202563"/>
                    </a:ext>
                  </a:extLst>
                </a:gridCol>
              </a:tblGrid>
              <a:tr h="1219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/>
                        <a:t>3.</a:t>
                      </a:r>
                      <a:endParaRPr lang="en-IN" sz="15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/>
                        <a:t>Authentication/Security</a:t>
                      </a:r>
                      <a:endParaRPr lang="en-IN" sz="15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dirty="0" err="1"/>
                        <a:t>PyJWT</a:t>
                      </a:r>
                      <a:r>
                        <a:rPr lang="en-IN" sz="1500" dirty="0"/>
                        <a:t> (JWT)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/>
                        <a:t>Generates and verifies </a:t>
                      </a:r>
                      <a:r>
                        <a:rPr lang="en-IN" sz="1500" b="1"/>
                        <a:t>Server-side JSON Web Tokens</a:t>
                      </a:r>
                      <a:r>
                        <a:rPr lang="en-IN" sz="1500"/>
                        <a:t> (</a:t>
                      </a:r>
                      <a:r>
                        <a:rPr lang="en-IN" sz="1500">
                          <a:latin typeface="Courier New" panose="02070309020205020404" pitchFamily="49" charset="0"/>
                        </a:rPr>
                        <a:t>server_jwt</a:t>
                      </a:r>
                      <a:r>
                        <a:rPr lang="en-IN" sz="1500"/>
                        <a:t>) for secure user session management.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3339772"/>
                  </a:ext>
                </a:extLst>
              </a:tr>
              <a:tr h="1905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500" dirty="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500" dirty="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500" dirty="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500" dirty="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89919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706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F2FA78-21FB-4D90-BB7C-618960284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9164985"/>
              </p:ext>
            </p:extLst>
          </p:nvPr>
        </p:nvGraphicFramePr>
        <p:xfrm>
          <a:off x="1463796" y="-22123"/>
          <a:ext cx="10728204" cy="3451123"/>
        </p:xfrm>
        <a:graphic>
          <a:graphicData uri="http://schemas.openxmlformats.org/drawingml/2006/table">
            <a:tbl>
              <a:tblPr/>
              <a:tblGrid>
                <a:gridCol w="2682051">
                  <a:extLst>
                    <a:ext uri="{9D8B030D-6E8A-4147-A177-3AD203B41FA5}">
                      <a16:colId xmlns:a16="http://schemas.microsoft.com/office/drawing/2014/main" val="2624355733"/>
                    </a:ext>
                  </a:extLst>
                </a:gridCol>
                <a:gridCol w="2682051">
                  <a:extLst>
                    <a:ext uri="{9D8B030D-6E8A-4147-A177-3AD203B41FA5}">
                      <a16:colId xmlns:a16="http://schemas.microsoft.com/office/drawing/2014/main" val="3580534856"/>
                    </a:ext>
                  </a:extLst>
                </a:gridCol>
                <a:gridCol w="2682051">
                  <a:extLst>
                    <a:ext uri="{9D8B030D-6E8A-4147-A177-3AD203B41FA5}">
                      <a16:colId xmlns:a16="http://schemas.microsoft.com/office/drawing/2014/main" val="4116045715"/>
                    </a:ext>
                  </a:extLst>
                </a:gridCol>
                <a:gridCol w="2682051">
                  <a:extLst>
                    <a:ext uri="{9D8B030D-6E8A-4147-A177-3AD203B41FA5}">
                      <a16:colId xmlns:a16="http://schemas.microsoft.com/office/drawing/2014/main" val="1507083278"/>
                    </a:ext>
                  </a:extLst>
                </a:gridCol>
              </a:tblGrid>
              <a:tr h="21043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/>
                        <a:t>4.</a:t>
                      </a:r>
                      <a:endParaRPr lang="en-IN" sz="15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/>
                        <a:t>Data Structure/Utility</a:t>
                      </a:r>
                      <a:endParaRPr lang="en-IN" sz="15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latin typeface="Courier New" panose="02070309020205020404" pitchFamily="49" charset="0"/>
                        </a:rPr>
                        <a:t>csv</a:t>
                      </a:r>
                      <a:r>
                        <a:rPr lang="en-US" sz="1500"/>
                        <a:t>, </a:t>
                      </a:r>
                      <a:r>
                        <a:rPr lang="en-US" sz="1500">
                          <a:latin typeface="Courier New" panose="02070309020205020404" pitchFamily="49" charset="0"/>
                        </a:rPr>
                        <a:t>io</a:t>
                      </a:r>
                      <a:r>
                        <a:rPr lang="en-US" sz="1500"/>
                        <a:t>, </a:t>
                      </a:r>
                      <a:r>
                        <a:rPr lang="en-US" sz="1500">
                          <a:latin typeface="Courier New" panose="02070309020205020404" pitchFamily="49" charset="0"/>
                        </a:rPr>
                        <a:t>os</a:t>
                      </a:r>
                      <a:r>
                        <a:rPr lang="en-US" sz="1500"/>
                        <a:t>, </a:t>
                      </a:r>
                      <a:r>
                        <a:rPr lang="en-US" sz="1500">
                          <a:latin typeface="Courier New" panose="02070309020205020404" pitchFamily="49" charset="0"/>
                        </a:rPr>
                        <a:t>queue</a:t>
                      </a:r>
                      <a:r>
                        <a:rPr lang="en-US" sz="1500"/>
                        <a:t>, </a:t>
                      </a:r>
                      <a:r>
                        <a:rPr lang="en-US" sz="1500">
                          <a:latin typeface="Courier New" panose="02070309020205020404" pitchFamily="49" charset="0"/>
                        </a:rPr>
                        <a:t>threading</a:t>
                      </a:r>
                      <a:r>
                        <a:rPr lang="en-US" sz="1500"/>
                        <a:t>, </a:t>
                      </a:r>
                      <a:r>
                        <a:rPr lang="en-US" sz="1500">
                          <a:latin typeface="Courier New" panose="02070309020205020404" pitchFamily="49" charset="0"/>
                        </a:rPr>
                        <a:t>datetime</a:t>
                      </a:r>
                      <a:endParaRPr lang="en-US" sz="15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Python standard libraries for </a:t>
                      </a:r>
                      <a:r>
                        <a:rPr lang="en-US" sz="1500" b="1"/>
                        <a:t>CSV file generation</a:t>
                      </a:r>
                      <a:r>
                        <a:rPr lang="en-US" sz="1500"/>
                        <a:t> for history download, </a:t>
                      </a:r>
                      <a:r>
                        <a:rPr lang="en-US" sz="1500" b="1"/>
                        <a:t>filesystem operations</a:t>
                      </a:r>
                      <a:r>
                        <a:rPr lang="en-US" sz="1500"/>
                        <a:t>, </a:t>
                      </a:r>
                      <a:r>
                        <a:rPr lang="en-US" sz="1500" b="1"/>
                        <a:t>multithreading</a:t>
                      </a:r>
                      <a:r>
                        <a:rPr lang="en-US" sz="1500"/>
                        <a:t> for video analysis, and </a:t>
                      </a:r>
                      <a:r>
                        <a:rPr lang="en-US" sz="1500" b="1"/>
                        <a:t>time management</a:t>
                      </a:r>
                      <a:r>
                        <a:rPr lang="en-US" sz="1500"/>
                        <a:t>.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9299954"/>
                  </a:ext>
                </a:extLst>
              </a:tr>
              <a:tr h="1346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/>
                        <a:t>5.</a:t>
                      </a:r>
                      <a:endParaRPr lang="en-IN" sz="15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/>
                        <a:t>Data Visualization</a:t>
                      </a:r>
                      <a:endParaRPr lang="en-IN" sz="15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dirty="0"/>
                        <a:t>Matplotlib</a:t>
                      </a:r>
                      <a:r>
                        <a:rPr lang="en-IN" sz="1500" dirty="0"/>
                        <a:t> (</a:t>
                      </a:r>
                      <a:r>
                        <a:rPr lang="en-IN" sz="1500" dirty="0" err="1">
                          <a:latin typeface="Courier New" panose="02070309020205020404" pitchFamily="49" charset="0"/>
                        </a:rPr>
                        <a:t>matplotlib.pyplot</a:t>
                      </a:r>
                      <a:r>
                        <a:rPr lang="en-IN" sz="1500" dirty="0"/>
                        <a:t>, </a:t>
                      </a:r>
                      <a:r>
                        <a:rPr lang="en-IN" sz="1500" dirty="0" err="1">
                          <a:latin typeface="Courier New" panose="02070309020205020404" pitchFamily="49" charset="0"/>
                        </a:rPr>
                        <a:t>mdates</a:t>
                      </a:r>
                      <a:r>
                        <a:rPr lang="en-IN" sz="1500" dirty="0"/>
                        <a:t>)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Generates the </a:t>
                      </a:r>
                      <a:r>
                        <a:rPr lang="en-US" sz="1500" b="1" dirty="0"/>
                        <a:t>historical crowd count</a:t>
                      </a:r>
                      <a:r>
                        <a:rPr lang="en-US" sz="1500" dirty="0"/>
                        <a:t> and </a:t>
                      </a:r>
                      <a:r>
                        <a:rPr lang="en-US" sz="1500" b="1" dirty="0"/>
                        <a:t>live density charts</a:t>
                      </a:r>
                      <a:r>
                        <a:rPr lang="en-US" sz="1500" dirty="0"/>
                        <a:t> (saved to a buffer as a PNG image).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45349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097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F09844-243C-F60B-EC65-AA40B1F04FC1}"/>
              </a:ext>
            </a:extLst>
          </p:cNvPr>
          <p:cNvSpPr txBox="1"/>
          <p:nvPr/>
        </p:nvSpPr>
        <p:spPr>
          <a:xfrm>
            <a:off x="1671485" y="98322"/>
            <a:ext cx="9674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2)  Crowd Counting &amp; Video Processing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A0E4AB1-CC51-186D-9C0F-7C9799FD36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719500"/>
              </p:ext>
            </p:extLst>
          </p:nvPr>
        </p:nvGraphicFramePr>
        <p:xfrm>
          <a:off x="1533832" y="609601"/>
          <a:ext cx="10658168" cy="6150078"/>
        </p:xfrm>
        <a:graphic>
          <a:graphicData uri="http://schemas.openxmlformats.org/drawingml/2006/table">
            <a:tbl>
              <a:tblPr/>
              <a:tblGrid>
                <a:gridCol w="1055856">
                  <a:extLst>
                    <a:ext uri="{9D8B030D-6E8A-4147-A177-3AD203B41FA5}">
                      <a16:colId xmlns:a16="http://schemas.microsoft.com/office/drawing/2014/main" val="317638149"/>
                    </a:ext>
                  </a:extLst>
                </a:gridCol>
                <a:gridCol w="2563503">
                  <a:extLst>
                    <a:ext uri="{9D8B030D-6E8A-4147-A177-3AD203B41FA5}">
                      <a16:colId xmlns:a16="http://schemas.microsoft.com/office/drawing/2014/main" val="1803822206"/>
                    </a:ext>
                  </a:extLst>
                </a:gridCol>
                <a:gridCol w="3282674">
                  <a:extLst>
                    <a:ext uri="{9D8B030D-6E8A-4147-A177-3AD203B41FA5}">
                      <a16:colId xmlns:a16="http://schemas.microsoft.com/office/drawing/2014/main" val="2711338199"/>
                    </a:ext>
                  </a:extLst>
                </a:gridCol>
                <a:gridCol w="3756135">
                  <a:extLst>
                    <a:ext uri="{9D8B030D-6E8A-4147-A177-3AD203B41FA5}">
                      <a16:colId xmlns:a16="http://schemas.microsoft.com/office/drawing/2014/main" val="1624890959"/>
                    </a:ext>
                  </a:extLst>
                </a:gridCol>
              </a:tblGrid>
              <a:tr h="3000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#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Component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Technology/Library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Role in the Project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35241"/>
                  </a:ext>
                </a:extLst>
              </a:tr>
              <a:tr h="13691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6.</a:t>
                      </a:r>
                      <a:endParaRPr lang="en-IN" sz="1400" dirty="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Object Detection Model</a:t>
                      </a:r>
                      <a:endParaRPr lang="en-IN" sz="1400" dirty="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YOLOv8</a:t>
                      </a:r>
                      <a:r>
                        <a:rPr lang="en-IN" sz="1400" dirty="0"/>
                        <a:t> (from </a:t>
                      </a:r>
                      <a:r>
                        <a:rPr lang="en-IN" sz="1400" b="1" dirty="0" err="1"/>
                        <a:t>Ultralytics</a:t>
                      </a:r>
                      <a:r>
                        <a:rPr lang="en-IN" sz="1400" dirty="0"/>
                        <a:t>)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The core </a:t>
                      </a:r>
                      <a:r>
                        <a:rPr lang="en-US" sz="1400" b="1"/>
                        <a:t>Deep Learning model</a:t>
                      </a:r>
                      <a:r>
                        <a:rPr lang="en-US" sz="1400"/>
                        <a:t> used to identify and locate every </a:t>
                      </a:r>
                      <a:r>
                        <a:rPr lang="en-US" sz="1400" b="1"/>
                        <a:t>'person'</a:t>
                      </a:r>
                      <a:r>
                        <a:rPr lang="en-US" sz="1400"/>
                        <a:t> (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person_class_id = 0</a:t>
                      </a:r>
                      <a:r>
                        <a:rPr lang="en-US" sz="1400"/>
                        <a:t>) within each video frame.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4985343"/>
                  </a:ext>
                </a:extLst>
              </a:tr>
              <a:tr h="15558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7.</a:t>
                      </a:r>
                      <a:endParaRPr lang="en-IN" sz="140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Video/Image Processing</a:t>
                      </a:r>
                      <a:endParaRPr lang="en-IN" sz="1400" dirty="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OpenCV</a:t>
                      </a:r>
                      <a:r>
                        <a:rPr lang="en-IN" sz="1400"/>
                        <a:t> (</a:t>
                      </a:r>
                      <a:r>
                        <a:rPr lang="en-IN" sz="1400" b="1">
                          <a:latin typeface="Courier New" panose="02070309020205020404" pitchFamily="49" charset="0"/>
                        </a:rPr>
                        <a:t>cv2</a:t>
                      </a:r>
                      <a:r>
                        <a:rPr lang="en-IN" sz="1400"/>
                        <a:t>)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Used for </a:t>
                      </a:r>
                      <a:r>
                        <a:rPr lang="en-US" sz="1400" b="1"/>
                        <a:t>reading video streams</a:t>
                      </a:r>
                      <a:r>
                        <a:rPr lang="en-US" sz="1400"/>
                        <a:t> (from webcam/file), </a:t>
                      </a:r>
                      <a:r>
                        <a:rPr lang="en-US" sz="1400" b="1"/>
                        <a:t>drawing bounding boxes</a:t>
                      </a:r>
                      <a:r>
                        <a:rPr lang="en-US" sz="1400"/>
                        <a:t> and the </a:t>
                      </a:r>
                      <a:r>
                        <a:rPr lang="en-US" sz="1400" b="1"/>
                        <a:t>Area of Interest (AOI) line</a:t>
                      </a:r>
                      <a:r>
                        <a:rPr lang="en-US" sz="1400"/>
                        <a:t>, and </a:t>
                      </a:r>
                      <a:r>
                        <a:rPr lang="en-US" sz="1400" b="1"/>
                        <a:t>encoding frames</a:t>
                      </a:r>
                      <a:r>
                        <a:rPr lang="en-US" sz="1400"/>
                        <a:t> for the web video feed.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07850"/>
                  </a:ext>
                </a:extLst>
              </a:tr>
              <a:tr h="17425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8.</a:t>
                      </a:r>
                      <a:endParaRPr lang="en-IN" sz="1400" dirty="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Tracking Algorithm</a:t>
                      </a:r>
                      <a:endParaRPr lang="en-IN" sz="140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Custom Logic</a:t>
                      </a:r>
                      <a:r>
                        <a:rPr lang="en-US" sz="1400" dirty="0"/>
                        <a:t> (using 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OBJECT_TRACKER</a:t>
                      </a:r>
                      <a:r>
                        <a:rPr lang="en-US" sz="1400" dirty="0"/>
                        <a:t>)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Manages </a:t>
                      </a:r>
                      <a:r>
                        <a:rPr lang="en-US" sz="1400" b="1"/>
                        <a:t>object tracking</a:t>
                      </a:r>
                      <a:r>
                        <a:rPr lang="en-US" sz="1400"/>
                        <a:t> across frames to ensure the same person isn't counted multiple times and to check if an object crosses the AOI line (using distance calculation).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7230130"/>
                  </a:ext>
                </a:extLst>
              </a:tr>
              <a:tr h="11824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9.</a:t>
                      </a:r>
                      <a:endParaRPr lang="en-IN" sz="140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Video Streaming</a:t>
                      </a:r>
                      <a:endParaRPr lang="en-IN" sz="140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Multipart/x-mixed-replace</a:t>
                      </a:r>
                      <a:endParaRPr lang="en-IN" sz="1400" dirty="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The HTTP protocol used to serve the continuous, real-time </a:t>
                      </a:r>
                      <a:r>
                        <a:rPr lang="en-US" sz="1400" b="1" dirty="0"/>
                        <a:t>video feed</a:t>
                      </a:r>
                      <a:r>
                        <a:rPr lang="en-US" sz="1400" dirty="0"/>
                        <a:t> to the browser via the 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/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video_feed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/&lt;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area_name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&gt;</a:t>
                      </a:r>
                      <a:r>
                        <a:rPr lang="en-US" sz="1400" dirty="0"/>
                        <a:t> route.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05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26765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345ECD-5B2E-F915-D62B-3CE56EAC433B}"/>
              </a:ext>
            </a:extLst>
          </p:cNvPr>
          <p:cNvSpPr txBox="1"/>
          <p:nvPr/>
        </p:nvSpPr>
        <p:spPr>
          <a:xfrm>
            <a:off x="1838632" y="245806"/>
            <a:ext cx="9950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3) Frontend (User Interface)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884CA89-BBF4-E4FC-CA92-36792B53AD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533047"/>
              </p:ext>
            </p:extLst>
          </p:nvPr>
        </p:nvGraphicFramePr>
        <p:xfrm>
          <a:off x="1563328" y="660320"/>
          <a:ext cx="10628672" cy="5229202"/>
        </p:xfrm>
        <a:graphic>
          <a:graphicData uri="http://schemas.openxmlformats.org/drawingml/2006/table">
            <a:tbl>
              <a:tblPr/>
              <a:tblGrid>
                <a:gridCol w="2657168">
                  <a:extLst>
                    <a:ext uri="{9D8B030D-6E8A-4147-A177-3AD203B41FA5}">
                      <a16:colId xmlns:a16="http://schemas.microsoft.com/office/drawing/2014/main" val="2059396791"/>
                    </a:ext>
                  </a:extLst>
                </a:gridCol>
                <a:gridCol w="2657168">
                  <a:extLst>
                    <a:ext uri="{9D8B030D-6E8A-4147-A177-3AD203B41FA5}">
                      <a16:colId xmlns:a16="http://schemas.microsoft.com/office/drawing/2014/main" val="615858284"/>
                    </a:ext>
                  </a:extLst>
                </a:gridCol>
                <a:gridCol w="2657168">
                  <a:extLst>
                    <a:ext uri="{9D8B030D-6E8A-4147-A177-3AD203B41FA5}">
                      <a16:colId xmlns:a16="http://schemas.microsoft.com/office/drawing/2014/main" val="26310831"/>
                    </a:ext>
                  </a:extLst>
                </a:gridCol>
                <a:gridCol w="2657168">
                  <a:extLst>
                    <a:ext uri="{9D8B030D-6E8A-4147-A177-3AD203B41FA5}">
                      <a16:colId xmlns:a16="http://schemas.microsoft.com/office/drawing/2014/main" val="1244360679"/>
                    </a:ext>
                  </a:extLst>
                </a:gridCol>
              </a:tblGrid>
              <a:tr h="50318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#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Component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Technology/Library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Role in the Project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8135767"/>
                  </a:ext>
                </a:extLst>
              </a:tr>
              <a:tr h="157534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10.</a:t>
                      </a:r>
                      <a:endParaRPr lang="en-IN" sz="14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Structure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HTML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Defines the structure and content of all web pages (e.g., </a:t>
                      </a:r>
                      <a:r>
                        <a:rPr lang="en-US" sz="14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signin.html</a:t>
                      </a:r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4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home.html</a:t>
                      </a:r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4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vid_analy.html</a:t>
                      </a:r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).</a:t>
                      </a: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2884752"/>
                  </a:ext>
                </a:extLst>
              </a:tr>
              <a:tr h="114647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11.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Styling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CSS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Controls the presentation, layout, and visual design of the application.</a:t>
                      </a: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2844249"/>
                  </a:ext>
                </a:extLst>
              </a:tr>
              <a:tr h="200420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12.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Client-side Logic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JavaScript</a:t>
                      </a:r>
                      <a:r>
                        <a:rPr lang="en-IN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 (JS)</a:t>
                      </a: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Handles </a:t>
                      </a:r>
                      <a:r>
                        <a:rPr lang="en-US" sz="14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client-server interaction</a:t>
                      </a:r>
                      <a:r>
                        <a:rPr lang="en-US" sz="14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 (like AJAX calls to update live counts and charts), </a:t>
                      </a:r>
                      <a:r>
                        <a:rPr lang="en-US" sz="14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user interaction</a:t>
                      </a:r>
                      <a:r>
                        <a:rPr lang="en-US" sz="14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, and potentially rendering the live video feed.</a:t>
                      </a: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65803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2661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F97F8F-42AD-4FAC-0F7B-47ED4787D1AA}"/>
              </a:ext>
            </a:extLst>
          </p:cNvPr>
          <p:cNvSpPr txBox="1"/>
          <p:nvPr/>
        </p:nvSpPr>
        <p:spPr>
          <a:xfrm>
            <a:off x="5024284" y="235974"/>
            <a:ext cx="33331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Where It Can Be Implemented ?</a:t>
            </a:r>
            <a:endParaRPr lang="en-IN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9D50FC-9B90-E92E-1923-D8A19B113233}"/>
              </a:ext>
            </a:extLst>
          </p:cNvPr>
          <p:cNvSpPr txBox="1"/>
          <p:nvPr/>
        </p:nvSpPr>
        <p:spPr>
          <a:xfrm>
            <a:off x="1848465" y="914400"/>
            <a:ext cx="947829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Retail &amp; Commercial Spaces: </a:t>
            </a:r>
            <a:r>
              <a:rPr lang="en-US" dirty="0"/>
              <a:t>Monitor foot traffic in malls, queues at checkout, and hot zones in large stores for business intelligence and layout optimization.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Transportation Hubs: </a:t>
            </a:r>
            <a:r>
              <a:rPr lang="en-US" dirty="0"/>
              <a:t>Manage congestion at airport security, boarding gates, and railway platforms to ensure safety and smooth passenger flow.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Events &amp; Public Safety:</a:t>
            </a:r>
            <a:r>
              <a:rPr lang="en-US" dirty="0"/>
              <a:t> Enforce strict occupancy limits (using your </a:t>
            </a:r>
            <a:r>
              <a:rPr lang="en-US" dirty="0" err="1"/>
              <a:t>capacityThreshold</a:t>
            </a:r>
            <a:r>
              <a:rPr lang="en-US" dirty="0"/>
              <a:t>) at stadiums, concerts, and festivals to prevent overcrowding and manage emergency evacuations.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Institutional &amp; Corporate Campuses: </a:t>
            </a:r>
            <a:r>
              <a:rPr lang="en-US" dirty="0"/>
              <a:t>Track usage of common areas (libraries, cafeterias) and monitor access to restricted industrial zones for safety and resource allocation.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Smart Cities: </a:t>
            </a:r>
            <a:r>
              <a:rPr lang="en-US" dirty="0"/>
              <a:t>Collect data on pedestrian movement in public squares and on sidewalks for urban planning and infrastructure development.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57400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485F7C-45DB-CE36-796F-1A02A1B560FD}"/>
              </a:ext>
            </a:extLst>
          </p:cNvPr>
          <p:cNvSpPr txBox="1"/>
          <p:nvPr/>
        </p:nvSpPr>
        <p:spPr>
          <a:xfrm>
            <a:off x="2871019" y="176980"/>
            <a:ext cx="84557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Problem Addressed &amp; </a:t>
            </a:r>
            <a:r>
              <a:rPr lang="en-US" b="1" dirty="0"/>
              <a:t>How Your Project Solves It</a:t>
            </a:r>
            <a:endParaRPr lang="en-US" dirty="0"/>
          </a:p>
          <a:p>
            <a:pPr algn="ctr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1495C7-59D7-478B-29A2-7B5BCE167282}"/>
              </a:ext>
            </a:extLst>
          </p:cNvPr>
          <p:cNvSpPr txBox="1"/>
          <p:nvPr/>
        </p:nvSpPr>
        <p:spPr>
          <a:xfrm>
            <a:off x="1720645" y="693796"/>
            <a:ext cx="10471355" cy="6311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1. 🚨 Exceeding Capacity and Safety Thresholds</a:t>
            </a:r>
          </a:p>
          <a:p>
            <a:r>
              <a:rPr lang="en-US" b="1" dirty="0"/>
              <a:t>Problem:</a:t>
            </a:r>
            <a:r>
              <a:rPr lang="en-US" dirty="0"/>
              <a:t> Manual monitoring (or simple security cameras) is too slow and unreliable to prevent dangerous overcrowding when the number of people rapidly approaches or exceeds a predefined safety limit.</a:t>
            </a:r>
          </a:p>
          <a:p>
            <a:r>
              <a:rPr lang="en-US" b="1" dirty="0"/>
              <a:t>Solution:</a:t>
            </a:r>
            <a:r>
              <a:rPr lang="en-US" dirty="0"/>
              <a:t> The system provides </a:t>
            </a:r>
            <a:r>
              <a:rPr lang="en-US" b="1" dirty="0"/>
              <a:t>Real-Time Crowd Monitoring</a:t>
            </a:r>
            <a:r>
              <a:rPr lang="en-US" dirty="0"/>
              <a:t> with a definitive count. Crucially, it generates an </a:t>
            </a:r>
            <a:r>
              <a:rPr lang="en-US" b="1" dirty="0"/>
              <a:t>immediate, proactive alert</a:t>
            </a:r>
            <a:r>
              <a:rPr lang="en-US" dirty="0"/>
              <a:t> once the established threshold is crossed, allowing staff to swiftly stop entries or redirect traffic, thus preventing safety hazards and regulatory violations.</a:t>
            </a:r>
          </a:p>
          <a:p>
            <a:endParaRPr lang="en-US" dirty="0"/>
          </a:p>
          <a:p>
            <a:r>
              <a:rPr lang="en-US" b="1" dirty="0"/>
              <a:t>2. 👀 Lack of Real-Time Crowd Visibility for Users</a:t>
            </a:r>
          </a:p>
          <a:p>
            <a:r>
              <a:rPr lang="en-US" b="1" dirty="0"/>
              <a:t>Problem:</a:t>
            </a:r>
            <a:r>
              <a:rPr lang="en-US" dirty="0"/>
              <a:t> Users, customers, or employees often waste time by going to a location (like a store, cafeteria, or gym) only to find it uncomfortably crowded or full.</a:t>
            </a:r>
          </a:p>
          <a:p>
            <a:r>
              <a:rPr lang="en-US" b="1" dirty="0"/>
              <a:t>Solution:</a:t>
            </a:r>
            <a:r>
              <a:rPr lang="en-US" dirty="0"/>
              <a:t> The system enables </a:t>
            </a:r>
            <a:r>
              <a:rPr lang="en-US" b="1" dirty="0"/>
              <a:t>User Crowd Status Viewing</a:t>
            </a:r>
            <a:r>
              <a:rPr lang="en-US" dirty="0"/>
              <a:t>. Authorized users can check the current crowd count and density status of an area (e.g., via a dashboard or app) before physically arriving. This improves the customer experience by helping them choose less busy times or locations.</a:t>
            </a:r>
          </a:p>
          <a:p>
            <a:endParaRPr lang="en-US" dirty="0"/>
          </a:p>
          <a:p>
            <a:r>
              <a:rPr lang="en-US" b="1" dirty="0"/>
              <a:t>3. 🛡️ Ineffective Management Oversight</a:t>
            </a:r>
          </a:p>
          <a:p>
            <a:r>
              <a:rPr lang="en-US" b="1" dirty="0"/>
              <a:t>Problem:</a:t>
            </a:r>
            <a:r>
              <a:rPr lang="en-US" dirty="0"/>
              <a:t> Security or operations managers, particularly those overseeing multiple sites or zones (like an Admin viewing multiple user areas), lack a centralized, instantaneous way to confirm current conditions across all monitored spaces.</a:t>
            </a:r>
          </a:p>
          <a:p>
            <a:r>
              <a:rPr lang="en-US" b="1" dirty="0"/>
              <a:t>Solution:</a:t>
            </a:r>
            <a:r>
              <a:rPr lang="en-US" dirty="0"/>
              <a:t> The </a:t>
            </a:r>
            <a:r>
              <a:rPr lang="en-US" b="1" dirty="0"/>
              <a:t>Admin View</a:t>
            </a:r>
            <a:r>
              <a:rPr lang="en-US" dirty="0"/>
              <a:t> and centralized dashboard allow supervisors to </a:t>
            </a:r>
            <a:r>
              <a:rPr lang="en-US" b="1" dirty="0"/>
              <a:t>remotely monitor live counts</a:t>
            </a:r>
            <a:r>
              <a:rPr lang="en-US" dirty="0"/>
              <a:t> and quickly verify the active status of multiple zones, improving security response times and overall operational control.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5719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4CEECF-92C2-7208-FF65-54E03151BC4F}"/>
              </a:ext>
            </a:extLst>
          </p:cNvPr>
          <p:cNvSpPr txBox="1"/>
          <p:nvPr/>
        </p:nvSpPr>
        <p:spPr>
          <a:xfrm>
            <a:off x="3873910" y="78658"/>
            <a:ext cx="3952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Future Enhancements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FB25B0-ED64-9B07-F296-54688F0F60BF}"/>
              </a:ext>
            </a:extLst>
          </p:cNvPr>
          <p:cNvSpPr txBox="1"/>
          <p:nvPr/>
        </p:nvSpPr>
        <p:spPr>
          <a:xfrm>
            <a:off x="1563329" y="540323"/>
            <a:ext cx="1062867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1. Behavioral Anomaly Detection</a:t>
            </a:r>
          </a:p>
          <a:p>
            <a:r>
              <a:rPr lang="en-US" b="1" dirty="0"/>
              <a:t>What it is:</a:t>
            </a:r>
            <a:r>
              <a:rPr lang="en-US" dirty="0"/>
              <a:t> Moving beyond counting to </a:t>
            </a:r>
            <a:r>
              <a:rPr lang="en-US" b="1" dirty="0"/>
              <a:t>contextual monitoring</a:t>
            </a:r>
            <a:r>
              <a:rPr lang="en-US" dirty="0"/>
              <a:t>.</a:t>
            </a:r>
          </a:p>
          <a:p>
            <a:r>
              <a:rPr lang="en-US" b="1" dirty="0"/>
              <a:t>Mechanism:</a:t>
            </a:r>
            <a:r>
              <a:rPr lang="en-US" dirty="0"/>
              <a:t> Analyze the tracked object data (speed, location, duration) to automatically detect unusual or risky patterns.</a:t>
            </a:r>
          </a:p>
          <a:p>
            <a:r>
              <a:rPr lang="en-US" b="1" dirty="0"/>
              <a:t>Examples:</a:t>
            </a:r>
            <a:r>
              <a:rPr lang="en-US" dirty="0"/>
              <a:t> Flagging </a:t>
            </a:r>
            <a:r>
              <a:rPr lang="en-US" b="1" dirty="0"/>
              <a:t>loitering</a:t>
            </a:r>
            <a:r>
              <a:rPr lang="en-US" dirty="0"/>
              <a:t> (person stationary for too long) or </a:t>
            </a:r>
            <a:r>
              <a:rPr lang="en-US" b="1" dirty="0"/>
              <a:t>sudden crowd scattering</a:t>
            </a:r>
            <a:r>
              <a:rPr lang="en-US" dirty="0"/>
              <a:t> (potential panic/incident).</a:t>
            </a:r>
          </a:p>
          <a:p>
            <a:r>
              <a:rPr lang="en-US" b="1" dirty="0"/>
              <a:t>Value:</a:t>
            </a:r>
            <a:r>
              <a:rPr lang="en-US" dirty="0"/>
              <a:t> Upgrades the system to provide </a:t>
            </a:r>
            <a:r>
              <a:rPr lang="en-US" b="1" dirty="0"/>
              <a:t>proactive security intelligence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/>
              <a:t>2. Mobile Notifications (Push/SMS)</a:t>
            </a:r>
          </a:p>
          <a:p>
            <a:r>
              <a:rPr lang="en-US" b="1" dirty="0"/>
              <a:t>What it is:</a:t>
            </a:r>
            <a:r>
              <a:rPr lang="en-US" dirty="0"/>
              <a:t> Ensuring critical alerts are received instantly, anywhere.</a:t>
            </a:r>
          </a:p>
          <a:p>
            <a:r>
              <a:rPr lang="en-US" b="1" dirty="0"/>
              <a:t>Mechanism:</a:t>
            </a:r>
            <a:r>
              <a:rPr lang="en-US" dirty="0"/>
              <a:t> Integrate with services like </a:t>
            </a:r>
            <a:r>
              <a:rPr lang="en-US" b="1" dirty="0"/>
              <a:t>FCM (Firebase Cloud Messaging)</a:t>
            </a:r>
            <a:r>
              <a:rPr lang="en-US" dirty="0"/>
              <a:t> for push notifications or </a:t>
            </a:r>
            <a:r>
              <a:rPr lang="en-US" b="1" dirty="0"/>
              <a:t>Twilio/Vonage</a:t>
            </a:r>
            <a:r>
              <a:rPr lang="en-US" dirty="0"/>
              <a:t> for SMS. The server sends the alert payload directly to the registered mobile devices.</a:t>
            </a:r>
          </a:p>
          <a:p>
            <a:r>
              <a:rPr lang="en-US" b="1" dirty="0"/>
              <a:t>Value:</a:t>
            </a:r>
            <a:r>
              <a:rPr lang="en-US" dirty="0"/>
              <a:t> Guarantees </a:t>
            </a:r>
            <a:r>
              <a:rPr lang="en-US" b="1" dirty="0"/>
              <a:t>immediate response</a:t>
            </a:r>
            <a:r>
              <a:rPr lang="en-US" dirty="0"/>
              <a:t> to capacity breaches, even when personnel are away from the dashboard.</a:t>
            </a:r>
          </a:p>
          <a:p>
            <a:endParaRPr lang="en-IN" dirty="0"/>
          </a:p>
          <a:p>
            <a:r>
              <a:rPr lang="en-US" b="1" dirty="0"/>
              <a:t>3. User Role-Based Data Filtering</a:t>
            </a:r>
          </a:p>
          <a:p>
            <a:r>
              <a:rPr lang="en-US" b="1" dirty="0"/>
              <a:t>What it is:</a:t>
            </a:r>
            <a:r>
              <a:rPr lang="en-US" dirty="0"/>
              <a:t> Implementing security and privacy controls over data access.</a:t>
            </a:r>
          </a:p>
          <a:p>
            <a:r>
              <a:rPr lang="en-US" b="1" dirty="0"/>
              <a:t>Mechanism:</a:t>
            </a:r>
            <a:r>
              <a:rPr lang="en-US" dirty="0"/>
              <a:t> Define </a:t>
            </a:r>
            <a:r>
              <a:rPr lang="en-US" b="1" dirty="0"/>
              <a:t>roles and permissions</a:t>
            </a:r>
            <a:r>
              <a:rPr lang="en-US" dirty="0"/>
              <a:t> (e.g., Admin, </a:t>
            </a:r>
            <a:r>
              <a:rPr lang="en-US" dirty="0" err="1"/>
              <a:t>Manager_Cafeteria</a:t>
            </a:r>
            <a:r>
              <a:rPr lang="en-US" dirty="0"/>
              <a:t>) in the application logic. Restrict each user's view to only the camera feeds, settings, and historical logs relevant to their role.</a:t>
            </a:r>
          </a:p>
          <a:p>
            <a:r>
              <a:rPr lang="en-US" b="1" dirty="0"/>
              <a:t>Value:</a:t>
            </a:r>
            <a:r>
              <a:rPr lang="en-US" dirty="0"/>
              <a:t> Enhances security and creates a </a:t>
            </a:r>
            <a:r>
              <a:rPr lang="en-US" b="1" dirty="0"/>
              <a:t>clear, customized experience</a:t>
            </a:r>
            <a:r>
              <a:rPr lang="en-US" dirty="0"/>
              <a:t> by preventing information overload for non-admin users.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39841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C86885-A001-6A3C-D733-812C04AB8748}"/>
              </a:ext>
            </a:extLst>
          </p:cNvPr>
          <p:cNvSpPr txBox="1"/>
          <p:nvPr/>
        </p:nvSpPr>
        <p:spPr>
          <a:xfrm>
            <a:off x="1769806" y="234047"/>
            <a:ext cx="1042219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4. Hardware Acceleration (GPU/NPU Optimization)</a:t>
            </a:r>
          </a:p>
          <a:p>
            <a:r>
              <a:rPr lang="en-US" b="1" dirty="0"/>
              <a:t>What it is:</a:t>
            </a:r>
            <a:r>
              <a:rPr lang="en-US" dirty="0"/>
              <a:t> Boosting the speed and capacity of the video analysis engine.</a:t>
            </a:r>
          </a:p>
          <a:p>
            <a:r>
              <a:rPr lang="en-US" b="1" dirty="0"/>
              <a:t>Mechanism:</a:t>
            </a:r>
            <a:r>
              <a:rPr lang="en-US" dirty="0"/>
              <a:t> Configure the YOLO model to utilize specialized hardware like </a:t>
            </a:r>
            <a:r>
              <a:rPr lang="en-US" b="1" dirty="0"/>
              <a:t>NVIDIA GPUs (CUDA)</a:t>
            </a:r>
            <a:r>
              <a:rPr lang="en-US" dirty="0"/>
              <a:t> or </a:t>
            </a:r>
            <a:r>
              <a:rPr lang="en-US" b="1" dirty="0"/>
              <a:t>Jetson NPUs</a:t>
            </a:r>
            <a:r>
              <a:rPr lang="en-US" dirty="0"/>
              <a:t>. This involves code optimization and specialized hardware deployment.</a:t>
            </a:r>
          </a:p>
          <a:p>
            <a:r>
              <a:rPr lang="en-US" b="1" dirty="0"/>
              <a:t>Value:</a:t>
            </a:r>
            <a:r>
              <a:rPr lang="en-US" dirty="0"/>
              <a:t> Achieves a significantly </a:t>
            </a:r>
            <a:r>
              <a:rPr lang="en-US" b="1" dirty="0"/>
              <a:t>higher Frame Rate (FPS)</a:t>
            </a:r>
            <a:r>
              <a:rPr lang="en-US" dirty="0"/>
              <a:t>, allowing the system to monitor </a:t>
            </a:r>
            <a:r>
              <a:rPr lang="en-US" b="1" dirty="0"/>
              <a:t>more high-resolution cameras simultaneously</a:t>
            </a:r>
            <a:r>
              <a:rPr lang="en-US" dirty="0"/>
              <a:t> with better performance.</a:t>
            </a:r>
          </a:p>
          <a:p>
            <a:endParaRPr lang="en-US" dirty="0"/>
          </a:p>
          <a:p>
            <a:r>
              <a:rPr lang="en-US" b="1" dirty="0"/>
              <a:t>5. Adding Camera by IP Address (RTSP/HTTP Stream)</a:t>
            </a:r>
          </a:p>
          <a:p>
            <a:r>
              <a:rPr lang="en-US" b="1" dirty="0"/>
              <a:t>What it is:</a:t>
            </a:r>
            <a:r>
              <a:rPr lang="en-US" dirty="0"/>
              <a:t> Allowing seamless integration of professional security cameras.</a:t>
            </a:r>
          </a:p>
          <a:p>
            <a:r>
              <a:rPr lang="en-US" b="1" dirty="0"/>
              <a:t>Mechanism:</a:t>
            </a:r>
            <a:r>
              <a:rPr lang="en-US" dirty="0"/>
              <a:t> Update the camera configuration to accept a full </a:t>
            </a:r>
            <a:r>
              <a:rPr lang="en-US" b="1" dirty="0"/>
              <a:t>RTSP or HTTP stream URL</a:t>
            </a:r>
            <a:r>
              <a:rPr lang="en-US" dirty="0"/>
              <a:t>. This URL is then passed directly to cv2.VideoCapture() in the backend.</a:t>
            </a:r>
          </a:p>
          <a:p>
            <a:r>
              <a:rPr lang="en-US" b="1" dirty="0"/>
              <a:t>Value:</a:t>
            </a:r>
            <a:r>
              <a:rPr lang="en-US" dirty="0"/>
              <a:t> Essential for </a:t>
            </a:r>
            <a:r>
              <a:rPr lang="en-US" b="1" dirty="0"/>
              <a:t>real-world deployment</a:t>
            </a:r>
            <a:r>
              <a:rPr lang="en-US" dirty="0"/>
              <a:t>, enabling the system to monitor permanent, installed IP surveillance cameras.</a:t>
            </a:r>
          </a:p>
        </p:txBody>
      </p:sp>
    </p:spTree>
    <p:extLst>
      <p:ext uri="{BB962C8B-B14F-4D97-AF65-F5344CB8AC3E}">
        <p14:creationId xmlns:p14="http://schemas.microsoft.com/office/powerpoint/2010/main" val="16321832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021143-BFCA-C9D7-6DB2-6BA5DBD313E5}"/>
              </a:ext>
            </a:extLst>
          </p:cNvPr>
          <p:cNvSpPr txBox="1"/>
          <p:nvPr/>
        </p:nvSpPr>
        <p:spPr>
          <a:xfrm>
            <a:off x="2949677" y="147484"/>
            <a:ext cx="7256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Understanding of Modules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AB146-FECD-29AB-83B4-205878504592}"/>
              </a:ext>
            </a:extLst>
          </p:cNvPr>
          <p:cNvSpPr txBox="1"/>
          <p:nvPr/>
        </p:nvSpPr>
        <p:spPr>
          <a:xfrm>
            <a:off x="1376516" y="747250"/>
            <a:ext cx="1068766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0050" indent="-400050">
              <a:buFont typeface="+mj-lt"/>
              <a:buAutoNum type="romanUcPeriod"/>
            </a:pPr>
            <a:r>
              <a:rPr lang="en-US" b="1" dirty="0"/>
              <a:t>Milestone 1: </a:t>
            </a:r>
            <a:r>
              <a:rPr lang="en-US" dirty="0"/>
              <a:t>Login , Registration page, </a:t>
            </a:r>
            <a:r>
              <a:rPr lang="en-US" dirty="0" err="1"/>
              <a:t>Dashboard,Security</a:t>
            </a:r>
            <a:r>
              <a:rPr lang="en-US" dirty="0"/>
              <a:t> &amp; JWT implementation of </a:t>
            </a:r>
            <a:r>
              <a:rPr lang="en-US" dirty="0" err="1"/>
              <a:t>jwt</a:t>
            </a:r>
            <a:r>
              <a:rPr lang="en-US" dirty="0"/>
              <a:t> for user login created in M1</a:t>
            </a:r>
          </a:p>
          <a:p>
            <a:pPr marL="400050" indent="-400050">
              <a:buFont typeface="+mj-lt"/>
              <a:buAutoNum type="romanUcPeriod"/>
            </a:pPr>
            <a:endParaRPr lang="en-US" dirty="0"/>
          </a:p>
          <a:p>
            <a:pPr marL="400050" indent="-400050">
              <a:buFont typeface="+mj-lt"/>
              <a:buAutoNum type="romanUcPeriod"/>
            </a:pPr>
            <a:r>
              <a:rPr lang="en-IN" b="1" dirty="0"/>
              <a:t>Milestone 2: </a:t>
            </a:r>
            <a:r>
              <a:rPr lang="en-IN" dirty="0"/>
              <a:t>Detecting, People count &amp; Edit Zones-in </a:t>
            </a:r>
            <a:r>
              <a:rPr lang="en-IN" dirty="0" err="1"/>
              <a:t>webcam,video</a:t>
            </a:r>
            <a:r>
              <a:rPr lang="en-IN" dirty="0"/>
              <a:t> and image</a:t>
            </a:r>
          </a:p>
          <a:p>
            <a:r>
              <a:rPr lang="en-IN" dirty="0"/>
              <a:t>                   1.FE,BE,DB-login,registraion,dashboard of M1</a:t>
            </a:r>
          </a:p>
          <a:p>
            <a:r>
              <a:rPr lang="en-IN" dirty="0"/>
              <a:t>                   2.JWT-Login authentication</a:t>
            </a:r>
          </a:p>
          <a:p>
            <a:r>
              <a:rPr lang="en-IN" dirty="0"/>
              <a:t>                   3.Video Feed and Zone Management </a:t>
            </a:r>
          </a:p>
          <a:p>
            <a:r>
              <a:rPr lang="en-IN" dirty="0"/>
              <a:t>                   4.Connect to webcam/IP camera. </a:t>
            </a:r>
          </a:p>
          <a:p>
            <a:r>
              <a:rPr lang="en-IN" dirty="0"/>
              <a:t>                   5.Draw and save zones on video feed(selecting the zone &amp; </a:t>
            </a:r>
            <a:r>
              <a:rPr lang="en-IN" dirty="0" err="1"/>
              <a:t>drwaing</a:t>
            </a:r>
            <a:r>
              <a:rPr lang="en-IN" dirty="0"/>
              <a:t> the line). </a:t>
            </a:r>
          </a:p>
          <a:p>
            <a:r>
              <a:rPr lang="en-IN" dirty="0"/>
              <a:t>                   6.Preview and edit zones7.Count people for </a:t>
            </a:r>
            <a:r>
              <a:rPr lang="en-IN" dirty="0" err="1"/>
              <a:t>Images,Videos,Live</a:t>
            </a:r>
            <a:r>
              <a:rPr lang="en-IN" dirty="0"/>
              <a:t> Webcam</a:t>
            </a:r>
          </a:p>
          <a:p>
            <a:endParaRPr lang="en-IN" dirty="0"/>
          </a:p>
          <a:p>
            <a:pPr marL="400050" indent="-400050">
              <a:buAutoNum type="romanUcPeriod" startAt="3"/>
            </a:pPr>
            <a:r>
              <a:rPr lang="en-IN" b="1" dirty="0"/>
              <a:t>Milestone 3</a:t>
            </a:r>
            <a:r>
              <a:rPr lang="en-IN" dirty="0"/>
              <a:t>: </a:t>
            </a:r>
            <a:r>
              <a:rPr lang="en-US" dirty="0"/>
              <a:t>LIVE Dashboard-understanding the requirements &amp; steps to implement libraries &amp; the               	connect to the project </a:t>
            </a:r>
          </a:p>
          <a:p>
            <a:r>
              <a:rPr lang="en-US" dirty="0"/>
              <a:t>             1. 1st map/chart is about people count.    </a:t>
            </a:r>
          </a:p>
          <a:p>
            <a:r>
              <a:rPr lang="en-US" dirty="0"/>
              <a:t>                     what are the inputs ?(live video captured at main </a:t>
            </a:r>
            <a:r>
              <a:rPr lang="en-US" dirty="0" err="1"/>
              <a:t>entrance,retail</a:t>
            </a:r>
            <a:r>
              <a:rPr lang="en-US" dirty="0"/>
              <a:t> </a:t>
            </a:r>
            <a:r>
              <a:rPr lang="en-US" dirty="0" err="1"/>
              <a:t>area,food</a:t>
            </a:r>
            <a:r>
              <a:rPr lang="en-US" dirty="0"/>
              <a:t> court) what is the 			expected output ?(plot to give the crowd count)    how to implement? -line plot</a:t>
            </a:r>
          </a:p>
          <a:p>
            <a:r>
              <a:rPr lang="en-US" dirty="0"/>
              <a:t>              2. 2nd map/chart is about density that you can understand in one glance    heatmap or scatterplot</a:t>
            </a:r>
          </a:p>
          <a:p>
            <a:r>
              <a:rPr lang="en-US" dirty="0"/>
              <a:t>              3.bar plot can be used for zone occupancy. People Count. </a:t>
            </a:r>
          </a:p>
          <a:p>
            <a:r>
              <a:rPr lang="en-US" dirty="0"/>
              <a:t>              4.Alert System/Notifications when the ppl count is exceeding the threshold set(threshold can be given 		dynamically/static within the code)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18111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628832-DE56-DB02-CC8E-4C08A6B7702E}"/>
              </a:ext>
            </a:extLst>
          </p:cNvPr>
          <p:cNvSpPr txBox="1"/>
          <p:nvPr/>
        </p:nvSpPr>
        <p:spPr>
          <a:xfrm>
            <a:off x="3942735" y="98325"/>
            <a:ext cx="50537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Libraries to Be Installed</a:t>
            </a:r>
            <a:endParaRPr lang="en-IN" sz="24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AFA62C5-100C-1CCB-3893-30C941C00C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7668157"/>
              </p:ext>
            </p:extLst>
          </p:nvPr>
        </p:nvGraphicFramePr>
        <p:xfrm>
          <a:off x="1691148" y="599318"/>
          <a:ext cx="10500852" cy="6041745"/>
        </p:xfrm>
        <a:graphic>
          <a:graphicData uri="http://schemas.openxmlformats.org/drawingml/2006/table">
            <a:tbl>
              <a:tblPr/>
              <a:tblGrid>
                <a:gridCol w="1995948">
                  <a:extLst>
                    <a:ext uri="{9D8B030D-6E8A-4147-A177-3AD203B41FA5}">
                      <a16:colId xmlns:a16="http://schemas.microsoft.com/office/drawing/2014/main" val="3494387155"/>
                    </a:ext>
                  </a:extLst>
                </a:gridCol>
                <a:gridCol w="1936955">
                  <a:extLst>
                    <a:ext uri="{9D8B030D-6E8A-4147-A177-3AD203B41FA5}">
                      <a16:colId xmlns:a16="http://schemas.microsoft.com/office/drawing/2014/main" val="3142373697"/>
                    </a:ext>
                  </a:extLst>
                </a:gridCol>
                <a:gridCol w="2694038">
                  <a:extLst>
                    <a:ext uri="{9D8B030D-6E8A-4147-A177-3AD203B41FA5}">
                      <a16:colId xmlns:a16="http://schemas.microsoft.com/office/drawing/2014/main" val="815569911"/>
                    </a:ext>
                  </a:extLst>
                </a:gridCol>
                <a:gridCol w="3873911">
                  <a:extLst>
                    <a:ext uri="{9D8B030D-6E8A-4147-A177-3AD203B41FA5}">
                      <a16:colId xmlns:a16="http://schemas.microsoft.com/office/drawing/2014/main" val="3262015197"/>
                    </a:ext>
                  </a:extLst>
                </a:gridCol>
              </a:tblGrid>
              <a:tr h="28653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Category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Library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Command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Purpose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133431"/>
                  </a:ext>
                </a:extLst>
              </a:tr>
              <a:tr h="73922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Deep Learning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ultralytics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pip install ultralytics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Provides the YOLOv8 model for object detection and tracking.</a:t>
                      </a: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8020224"/>
                  </a:ext>
                </a:extLst>
              </a:tr>
              <a:tr h="88331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Video Processing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opencv-python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pip install opencv-python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Handles video stream capture, frame processing, and drawing annotations.</a:t>
                      </a: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350757"/>
                  </a:ext>
                </a:extLst>
              </a:tr>
              <a:tr h="68438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Web Framework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Flask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pip install Flask</a:t>
                      </a:r>
                      <a:endParaRPr lang="en-IN" sz="16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The core Python web server to run your dashboard and APIs.</a:t>
                      </a: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634254"/>
                  </a:ext>
                </a:extLst>
              </a:tr>
              <a:tr h="88331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Cloud Integration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Pyrebase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pip install Pyrebase4</a:t>
                      </a:r>
                      <a:endParaRPr lang="en-IN" sz="16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Manages connections to </a:t>
                      </a:r>
                      <a:r>
                        <a:rPr lang="en-US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Firebase</a:t>
                      </a:r>
                      <a:r>
                        <a:rPr lang="en-US" sz="16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 Realtime Database and Authentication.</a:t>
                      </a: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2503678"/>
                  </a:ext>
                </a:extLst>
              </a:tr>
              <a:tr h="73922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Security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PyJWT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pip install PyJWT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Used for generating and verifying secure </a:t>
                      </a:r>
                      <a:r>
                        <a:rPr lang="en-US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JSON Web Tokens</a:t>
                      </a:r>
                      <a:r>
                        <a:rPr lang="en-US" sz="16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 (sessions).</a:t>
                      </a: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7619885"/>
                  </a:ext>
                </a:extLst>
              </a:tr>
              <a:tr h="108223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Data Handling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 dirty="0" err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numpy</a:t>
                      </a:r>
                      <a:endParaRPr lang="en-IN" sz="16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pip install </a:t>
                      </a:r>
                      <a:r>
                        <a:rPr lang="en-IN" sz="1600" dirty="0" err="1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numpy</a:t>
                      </a:r>
                      <a:endParaRPr lang="en-IN" sz="16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Essential for array operations and mathematical calculations (distances, etc.).</a:t>
                      </a: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0981791"/>
                  </a:ext>
                </a:extLst>
              </a:tr>
              <a:tr h="73922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Visualization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matplotlib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pip install matplotlib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Used to generate </a:t>
                      </a:r>
                      <a:r>
                        <a:rPr lang="en-US" sz="16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charts and graphs</a:t>
                      </a:r>
                      <a:r>
                        <a:rPr lang="en-US" sz="16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 for historical data and density trends.</a:t>
                      </a: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22272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001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6CD616-20A8-9039-0268-EBF2C62EB0AE}"/>
              </a:ext>
            </a:extLst>
          </p:cNvPr>
          <p:cNvSpPr txBox="1"/>
          <p:nvPr/>
        </p:nvSpPr>
        <p:spPr>
          <a:xfrm>
            <a:off x="4827639" y="88490"/>
            <a:ext cx="3427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Mathematics &amp; Formulas Behind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DEAB3B-6CEA-8BB9-C7CB-0AF6CD266D61}"/>
              </a:ext>
            </a:extLst>
          </p:cNvPr>
          <p:cNvSpPr txBox="1"/>
          <p:nvPr/>
        </p:nvSpPr>
        <p:spPr>
          <a:xfrm>
            <a:off x="1617405" y="654234"/>
            <a:ext cx="100780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1. Bounding Box Center (Centroid)</a:t>
            </a:r>
          </a:p>
          <a:p>
            <a:pPr>
              <a:buNone/>
            </a:pPr>
            <a:r>
              <a:rPr lang="en-US" dirty="0"/>
              <a:t>           This calculation localizes the center point of the detected object for tracking.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5F514E16-7B60-E908-E8F6-01FDDB9B9B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241372"/>
              </p:ext>
            </p:extLst>
          </p:nvPr>
        </p:nvGraphicFramePr>
        <p:xfrm>
          <a:off x="1671482" y="1446441"/>
          <a:ext cx="9969909" cy="2361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1355">
                  <a:extLst>
                    <a:ext uri="{9D8B030D-6E8A-4147-A177-3AD203B41FA5}">
                      <a16:colId xmlns:a16="http://schemas.microsoft.com/office/drawing/2014/main" val="4016034034"/>
                    </a:ext>
                  </a:extLst>
                </a:gridCol>
                <a:gridCol w="5848554">
                  <a:extLst>
                    <a:ext uri="{9D8B030D-6E8A-4147-A177-3AD203B41FA5}">
                      <a16:colId xmlns:a16="http://schemas.microsoft.com/office/drawing/2014/main" val="3022358132"/>
                    </a:ext>
                  </a:extLst>
                </a:gridCol>
              </a:tblGrid>
              <a:tr h="444841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Python Code Snippet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513668"/>
                  </a:ext>
                </a:extLst>
              </a:tr>
              <a:tr h="1917047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... where </a:t>
                      </a:r>
                      <a:r>
                        <a:rPr lang="en-US" dirty="0" err="1"/>
                        <a:t>get_bbox_center</a:t>
                      </a:r>
                      <a:r>
                        <a:rPr lang="en-US" dirty="0"/>
                        <a:t> is defined as: </a:t>
                      </a:r>
                    </a:p>
                    <a:p>
                      <a:r>
                        <a:rPr lang="en-US" dirty="0"/>
                        <a:t>def </a:t>
                      </a:r>
                      <a:r>
                        <a:rPr lang="en-US" dirty="0" err="1"/>
                        <a:t>get_bbox_center</a:t>
                      </a:r>
                      <a:r>
                        <a:rPr lang="en-US" dirty="0"/>
                        <a:t>(x1, y1, x2, y2): </a:t>
                      </a:r>
                    </a:p>
                    <a:p>
                      <a:r>
                        <a:rPr lang="en-US" dirty="0"/>
                        <a:t>          return int((x1 + x2) / 2), int((y1 + y2) / 2)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 err="1"/>
                        <a:t>center_x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center_y</a:t>
                      </a:r>
                      <a:r>
                        <a:rPr lang="en-US" dirty="0"/>
                        <a:t> = </a:t>
                      </a:r>
                      <a:r>
                        <a:rPr lang="en-US" dirty="0" err="1"/>
                        <a:t>get_bbox_center</a:t>
                      </a:r>
                      <a:r>
                        <a:rPr lang="en-US" dirty="0"/>
                        <a:t>(x_1, y_1, x_2, y_2)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632488"/>
                  </a:ext>
                </a:extLst>
              </a:tr>
            </a:tbl>
          </a:graphicData>
        </a:graphic>
      </p:graphicFrame>
      <p:pic>
        <p:nvPicPr>
          <p:cNvPr id="17" name="Picture 16">
            <a:extLst>
              <a:ext uri="{FF2B5EF4-FFF2-40B4-BE49-F238E27FC236}">
                <a16:creationId xmlns:a16="http://schemas.microsoft.com/office/drawing/2014/main" id="{D46B97DC-827D-198C-955E-B9538AC85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7105" y="2008439"/>
            <a:ext cx="2030534" cy="1691735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B54A76D0-F1D3-4D13-961D-59561951E6D3}"/>
              </a:ext>
            </a:extLst>
          </p:cNvPr>
          <p:cNvSpPr txBox="1"/>
          <p:nvPr/>
        </p:nvSpPr>
        <p:spPr>
          <a:xfrm>
            <a:off x="932105" y="4031773"/>
            <a:ext cx="11080955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Bef>
                <a:spcPts val="2100"/>
              </a:spcBef>
              <a:spcAft>
                <a:spcPts val="600"/>
              </a:spcAft>
              <a:buNone/>
            </a:pPr>
            <a:r>
              <a:rPr lang="en-US" b="1" i="0" dirty="0">
                <a:solidFill>
                  <a:srgbClr val="1B1C1D"/>
                </a:solidFill>
                <a:effectLst/>
                <a:latin typeface="Google Sans Flex"/>
              </a:rPr>
              <a:t>2. Euclidean Distance (Object Tracking)</a:t>
            </a:r>
          </a:p>
          <a:p>
            <a:pPr algn="l">
              <a:spcAft>
                <a:spcPts val="1200"/>
              </a:spcAft>
              <a:buNone/>
            </a:pPr>
            <a:r>
              <a:rPr lang="en-US" b="0" i="0" dirty="0">
                <a:solidFill>
                  <a:srgbClr val="1B1C1D"/>
                </a:solidFill>
                <a:effectLst/>
                <a:latin typeface="Google Sans Flex"/>
              </a:rPr>
              <a:t>Used to measure the distance between the current detection and previously tracked objects to assign a consistent ID.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3E925B13-9E8A-4E29-B9FD-195AF34B04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0302491"/>
              </p:ext>
            </p:extLst>
          </p:nvPr>
        </p:nvGraphicFramePr>
        <p:xfrm>
          <a:off x="1671482" y="4831354"/>
          <a:ext cx="996990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1355">
                  <a:extLst>
                    <a:ext uri="{9D8B030D-6E8A-4147-A177-3AD203B41FA5}">
                      <a16:colId xmlns:a16="http://schemas.microsoft.com/office/drawing/2014/main" val="4016034034"/>
                    </a:ext>
                  </a:extLst>
                </a:gridCol>
                <a:gridCol w="5848554">
                  <a:extLst>
                    <a:ext uri="{9D8B030D-6E8A-4147-A177-3AD203B41FA5}">
                      <a16:colId xmlns:a16="http://schemas.microsoft.com/office/drawing/2014/main" val="3022358132"/>
                    </a:ext>
                  </a:extLst>
                </a:gridCol>
              </a:tblGrid>
              <a:tr h="23358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Python Code Snippet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513668"/>
                  </a:ext>
                </a:extLst>
              </a:tr>
              <a:tr h="800563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dist</a:t>
                      </a:r>
                      <a:r>
                        <a:rPr lang="en-US" dirty="0"/>
                        <a:t> = </a:t>
                      </a:r>
                      <a:r>
                        <a:rPr lang="en-US" dirty="0" err="1"/>
                        <a:t>np.sqrt</a:t>
                      </a:r>
                      <a:r>
                        <a:rPr lang="en-US" dirty="0"/>
                        <a:t>((</a:t>
                      </a:r>
                      <a:r>
                        <a:rPr lang="en-US" dirty="0" err="1"/>
                        <a:t>center_x</a:t>
                      </a:r>
                      <a:r>
                        <a:rPr lang="en-US" dirty="0"/>
                        <a:t> - </a:t>
                      </a:r>
                      <a:r>
                        <a:rPr lang="en-US" dirty="0" err="1"/>
                        <a:t>prev_x</a:t>
                      </a:r>
                      <a:r>
                        <a:rPr lang="en-US" dirty="0"/>
                        <a:t>)**2 + (</a:t>
                      </a:r>
                      <a:r>
                        <a:rPr lang="en-US" dirty="0" err="1"/>
                        <a:t>center_y-prev_y</a:t>
                      </a:r>
                      <a:r>
                        <a:rPr lang="en-US" dirty="0"/>
                        <a:t>)**2) </a:t>
                      </a:r>
                    </a:p>
                    <a:p>
                      <a:r>
                        <a:rPr lang="en-US" dirty="0"/>
                        <a:t>if </a:t>
                      </a:r>
                      <a:r>
                        <a:rPr lang="en-US" dirty="0" err="1"/>
                        <a:t>dist</a:t>
                      </a:r>
                      <a:r>
                        <a:rPr lang="en-US" dirty="0"/>
                        <a:t> &lt; </a:t>
                      </a:r>
                      <a:r>
                        <a:rPr lang="en-US" dirty="0" err="1"/>
                        <a:t>min_dist</a:t>
                      </a:r>
                      <a:r>
                        <a:rPr lang="en-US" dirty="0"/>
                        <a:t> and </a:t>
                      </a:r>
                      <a:r>
                        <a:rPr lang="en-US" dirty="0" err="1"/>
                        <a:t>dist</a:t>
                      </a:r>
                      <a:r>
                        <a:rPr lang="en-US" dirty="0"/>
                        <a:t> &lt; 100: # ... matching logic 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632488"/>
                  </a:ext>
                </a:extLst>
              </a:tr>
            </a:tbl>
          </a:graphicData>
        </a:graphic>
      </p:graphicFrame>
      <p:pic>
        <p:nvPicPr>
          <p:cNvPr id="28" name="Picture 27">
            <a:extLst>
              <a:ext uri="{FF2B5EF4-FFF2-40B4-BE49-F238E27FC236}">
                <a16:creationId xmlns:a16="http://schemas.microsoft.com/office/drawing/2014/main" id="{A049C74E-559B-AFF0-F7DB-9DC0973A3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516" y="5281319"/>
            <a:ext cx="3388845" cy="588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4491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FD5ABF-8FD3-AC97-2934-960862105246}"/>
              </a:ext>
            </a:extLst>
          </p:cNvPr>
          <p:cNvSpPr txBox="1"/>
          <p:nvPr/>
        </p:nvSpPr>
        <p:spPr>
          <a:xfrm>
            <a:off x="1582993" y="433071"/>
            <a:ext cx="95471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3. Area of Interest (AOI) Line Check</a:t>
            </a:r>
          </a:p>
          <a:p>
            <a:pPr>
              <a:buNone/>
            </a:pPr>
            <a:r>
              <a:rPr lang="en-US" dirty="0"/>
              <a:t>          Used to determine if the object's centroid is counted (i.e., below the defined line).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1585935-4A45-E80A-35E9-A51A28100D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390629"/>
              </p:ext>
            </p:extLst>
          </p:nvPr>
        </p:nvGraphicFramePr>
        <p:xfrm>
          <a:off x="2032000" y="1171950"/>
          <a:ext cx="9737213" cy="5125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5071">
                  <a:extLst>
                    <a:ext uri="{9D8B030D-6E8A-4147-A177-3AD203B41FA5}">
                      <a16:colId xmlns:a16="http://schemas.microsoft.com/office/drawing/2014/main" val="4204014942"/>
                    </a:ext>
                  </a:extLst>
                </a:gridCol>
                <a:gridCol w="6322142">
                  <a:extLst>
                    <a:ext uri="{9D8B030D-6E8A-4147-A177-3AD203B41FA5}">
                      <a16:colId xmlns:a16="http://schemas.microsoft.com/office/drawing/2014/main" val="19551017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Python Code Snippet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5786519"/>
                  </a:ext>
                </a:extLst>
              </a:tr>
              <a:tr h="1882660"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Line Parameters</a:t>
                      </a:r>
                      <a:r>
                        <a:rPr lang="en-US" dirty="0"/>
                        <a:t> (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  <a:r>
                        <a:rPr lang="en-US" dirty="0"/>
                        <a:t> and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  <a:r>
                        <a:rPr lang="en-US" dirty="0"/>
                        <a:t>):</a:t>
                      </a:r>
                      <a:br>
                        <a:rPr lang="en-US" dirty="0"/>
                      </a:br>
                      <a:br>
                        <a:rPr lang="en-US" dirty="0"/>
                      </a:b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i="0" dirty="0">
                          <a:solidFill>
                            <a:srgbClr val="8430CE"/>
                          </a:solidFill>
                          <a:effectLst/>
                          <a:latin typeface="Google Sans Code"/>
                        </a:rPr>
                        <a:t>def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  <a:r>
                        <a:rPr lang="en-US" b="0" i="0" dirty="0" err="1">
                          <a:solidFill>
                            <a:srgbClr val="996900"/>
                          </a:solidFill>
                          <a:effectLst/>
                          <a:latin typeface="Google Sans Code"/>
                        </a:rPr>
                        <a:t>is_in_aoi_below_line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(</a:t>
                      </a:r>
                      <a:r>
                        <a:rPr lang="en-US" b="0" i="0" dirty="0" err="1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center_x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, </a:t>
                      </a:r>
                      <a:r>
                        <a:rPr lang="en-US" b="0" i="0" dirty="0" err="1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center_y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, </a:t>
                      </a:r>
                      <a:r>
                        <a:rPr lang="en-US" b="0" i="0" dirty="0" err="1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line_coords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): </a:t>
                      </a:r>
                    </a:p>
                    <a:p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# Unpack the line coordinates from the list/tuple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</a:p>
                    <a:p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x1, y1, x2, y2 = </a:t>
                      </a:r>
                      <a:r>
                        <a:rPr lang="en-US" b="0" i="0" dirty="0" err="1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line_coords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</a:p>
                    <a:p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# Error check for vertical line (x1 == x2)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</a:p>
                    <a:p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# The original code skipped this, but proper implementation requires it.</a:t>
                      </a:r>
                    </a:p>
                    <a:p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  <a:r>
                        <a:rPr lang="en-US" b="0" i="0" dirty="0">
                          <a:solidFill>
                            <a:srgbClr val="8430CE"/>
                          </a:solidFill>
                          <a:effectLst/>
                          <a:latin typeface="Google Sans Code"/>
                        </a:rPr>
                        <a:t>if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x1 == x2: </a:t>
                      </a:r>
                      <a:r>
                        <a:rPr lang="en-US" b="0" i="0" dirty="0">
                          <a:solidFill>
                            <a:srgbClr val="8430CE"/>
                          </a:solidFill>
                          <a:effectLst/>
                          <a:latin typeface="Google Sans Code"/>
                        </a:rPr>
                        <a:t>return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  <a:r>
                        <a:rPr lang="en-US" b="0" i="0" dirty="0">
                          <a:solidFill>
                            <a:srgbClr val="B55908"/>
                          </a:solidFill>
                          <a:effectLst/>
                          <a:latin typeface="Google Sans Code"/>
                        </a:rPr>
                        <a:t>False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</a:p>
                    <a:p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# Cannot calculate slope; assume outside or handle as error</a:t>
                      </a:r>
                    </a:p>
                    <a:p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# 1. Calculate the slope (m) of the line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</a:p>
                    <a:p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m = (y2 - y1) / (x2 - x1) </a:t>
                      </a:r>
                    </a:p>
                    <a:p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# 2. Calculate the y-intercept (b) of the line (using y = mx + b)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</a:p>
                    <a:p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b = y1 - m * x1 </a:t>
                      </a:r>
                    </a:p>
                    <a:p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# 3. Check if the object's </a:t>
                      </a:r>
                      <a:r>
                        <a:rPr lang="en-US" b="0" i="0" dirty="0" err="1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center_y</a:t>
                      </a:r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 is below the line (i.e., inside the AOI)</a:t>
                      </a:r>
                    </a:p>
                    <a:p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# The condition </a:t>
                      </a:r>
                      <a:r>
                        <a:rPr lang="en-US" b="0" i="0" dirty="0" err="1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center_y</a:t>
                      </a:r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 &gt; (m * </a:t>
                      </a:r>
                      <a:r>
                        <a:rPr lang="en-US" b="0" i="0" dirty="0" err="1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center_x</a:t>
                      </a:r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 + b) implies "below the line"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</a:p>
                    <a:p>
                      <a:r>
                        <a:rPr lang="en-US" b="0" i="0" dirty="0">
                          <a:solidFill>
                            <a:srgbClr val="8430CE"/>
                          </a:solidFill>
                          <a:effectLst/>
                          <a:latin typeface="Google Sans Code"/>
                        </a:rPr>
                        <a:t>return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  <a:r>
                        <a:rPr lang="en-US" b="0" i="0" dirty="0" err="1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center_y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&gt; m * </a:t>
                      </a:r>
                      <a:r>
                        <a:rPr lang="en-US" b="0" i="0" dirty="0" err="1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center_x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+ b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88023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4ECC19C5-E4A8-EEC7-85C6-6D7AAFBE4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2507" y="2800041"/>
            <a:ext cx="2520055" cy="1319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6655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A068A9-D981-1883-894E-33B267C36126}"/>
              </a:ext>
            </a:extLst>
          </p:cNvPr>
          <p:cNvSpPr txBox="1"/>
          <p:nvPr/>
        </p:nvSpPr>
        <p:spPr>
          <a:xfrm>
            <a:off x="3048000" y="7097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800" b="1" dirty="0"/>
              <a:t>Project guide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484A80-2F30-B990-616F-6F6BE4553BEA}"/>
              </a:ext>
            </a:extLst>
          </p:cNvPr>
          <p:cNvSpPr txBox="1"/>
          <p:nvPr/>
        </p:nvSpPr>
        <p:spPr>
          <a:xfrm>
            <a:off x="1681316" y="440305"/>
            <a:ext cx="1913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1. Authentication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924D01-5A5D-4DB1-80BB-91D416B27998}"/>
              </a:ext>
            </a:extLst>
          </p:cNvPr>
          <p:cNvSpPr txBox="1"/>
          <p:nvPr/>
        </p:nvSpPr>
        <p:spPr>
          <a:xfrm>
            <a:off x="1563329" y="968762"/>
            <a:ext cx="524059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Authentication (Login):</a:t>
            </a:r>
            <a:r>
              <a:rPr lang="en-US" dirty="0"/>
              <a:t> Verifies the user's identity.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system sends credentials to </a:t>
            </a:r>
            <a:r>
              <a:rPr lang="en-US" b="1" dirty="0"/>
              <a:t>Firebase Authentication</a:t>
            </a:r>
            <a:r>
              <a:rPr lang="en-US" dirty="0"/>
              <a:t> for validation.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Upon success, the server creates a secure, temporary </a:t>
            </a:r>
            <a:r>
              <a:rPr lang="en-US" b="1" dirty="0"/>
              <a:t>JSON Web Token (JWT)</a:t>
            </a:r>
            <a:r>
              <a:rPr lang="en-US" dirty="0"/>
              <a:t>, which is saved in a cookie. This JWT confirms the user's identity for all subsequent protected actions.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A98474-D529-01CC-E260-0A51AF263649}"/>
              </a:ext>
            </a:extLst>
          </p:cNvPr>
          <p:cNvSpPr txBox="1"/>
          <p:nvPr/>
        </p:nvSpPr>
        <p:spPr>
          <a:xfrm>
            <a:off x="1681316" y="3436212"/>
            <a:ext cx="996991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Authorization (Roles):</a:t>
            </a:r>
            <a:r>
              <a:rPr lang="en-US" dirty="0"/>
              <a:t> Determines user permissions.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system uses </a:t>
            </a:r>
            <a:r>
              <a:rPr lang="en-US" b="1" dirty="0"/>
              <a:t>Role-Based Access Control (RBAC)</a:t>
            </a:r>
            <a:r>
              <a:rPr lang="en-US" dirty="0"/>
              <a:t>: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b="1" dirty="0"/>
              <a:t>Admin:</a:t>
            </a:r>
            <a:r>
              <a:rPr lang="en-US" dirty="0"/>
              <a:t> Has permission to control camera streams and view other user data.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b="1" dirty="0"/>
              <a:t>Standard/Guest:</a:t>
            </a:r>
            <a:r>
              <a:rPr lang="en-US" dirty="0"/>
              <a:t> Only has permission to view their own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application checks the user's role on restricted pages (e.g., </a:t>
            </a:r>
            <a:r>
              <a:rPr lang="en-US" dirty="0">
                <a:latin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</a:rPr>
              <a:t>cam_manage</a:t>
            </a:r>
            <a:r>
              <a:rPr lang="en-US" dirty="0"/>
              <a:t>) before granting access.</a:t>
            </a:r>
          </a:p>
        </p:txBody>
      </p:sp>
      <p:pic>
        <p:nvPicPr>
          <p:cNvPr id="11" name="Picture 10" descr="A screenshot of a computer screen&#10;&#10;AI-generated content may be incorrect.">
            <a:hlinkClick r:id="rId2" action="ppaction://hlinkfile"/>
            <a:extLst>
              <a:ext uri="{FF2B5EF4-FFF2-40B4-BE49-F238E27FC236}">
                <a16:creationId xmlns:a16="http://schemas.microsoft.com/office/drawing/2014/main" id="{E89C4A77-D9BA-4146-EF9C-AE833BCEE5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3923" y="784096"/>
            <a:ext cx="5202522" cy="2411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839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091DC38-4216-3F56-B962-C3A0A404012E}"/>
              </a:ext>
            </a:extLst>
          </p:cNvPr>
          <p:cNvSpPr txBox="1"/>
          <p:nvPr/>
        </p:nvSpPr>
        <p:spPr>
          <a:xfrm>
            <a:off x="1700980" y="230490"/>
            <a:ext cx="10333704" cy="21095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Sign-Up: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Data Split:</a:t>
            </a:r>
            <a:r>
              <a:rPr lang="en-US" dirty="0"/>
              <a:t> Registration data is stored securely in two places: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Email/Password:</a:t>
            </a:r>
            <a:r>
              <a:rPr lang="en-US" dirty="0"/>
              <a:t> Handled securely by the </a:t>
            </a:r>
            <a:r>
              <a:rPr lang="en-US" b="1" dirty="0"/>
              <a:t>Firebase Authentication Service</a:t>
            </a:r>
            <a:r>
              <a:rPr lang="en-US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Username/Role:</a:t>
            </a:r>
            <a:r>
              <a:rPr lang="en-US" dirty="0"/>
              <a:t> Stored in the </a:t>
            </a:r>
            <a:r>
              <a:rPr lang="en-US" b="1" dirty="0"/>
              <a:t>Firebase Realtime Database</a:t>
            </a:r>
            <a:r>
              <a:rPr lang="en-US" dirty="0"/>
              <a:t>, linked by the unique User ID (UID) returned by the Authentication service.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Guest Access:</a:t>
            </a:r>
            <a:r>
              <a:rPr lang="en-US" dirty="0"/>
              <a:t> Provides a limited, </a:t>
            </a:r>
            <a:r>
              <a:rPr lang="en-US" b="1" dirty="0"/>
              <a:t>non-persistent</a:t>
            </a:r>
            <a:r>
              <a:rPr lang="en-US" dirty="0"/>
              <a:t> way to test features, with all log data stored only in the temporary user session.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2280074-8BFD-EB89-3CD6-B2678417FE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4155" y="2476931"/>
            <a:ext cx="8293510" cy="387348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F0D4B87-8FBA-2F5B-2436-EE204EFCF927}"/>
                  </a:ext>
                </a:extLst>
              </p14:cNvPr>
              <p14:cNvContentPartPr/>
              <p14:nvPr/>
            </p14:nvContentPartPr>
            <p14:xfrm>
              <a:off x="3359160" y="5187960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F0D4B87-8FBA-2F5B-2436-EE204EFCF92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49800" y="5178600"/>
                <a:ext cx="190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808785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0ECA8F7-033D-924E-F373-6FBF8D48EE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4504" y="540324"/>
            <a:ext cx="367726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Load video using OpenCV </a:t>
            </a:r>
          </a:p>
        </p:txBody>
      </p:sp>
      <p:pic>
        <p:nvPicPr>
          <p:cNvPr id="5" name="Picture 4">
            <a:hlinkClick r:id="rId2" action="ppaction://hlinkfile"/>
            <a:extLst>
              <a:ext uri="{FF2B5EF4-FFF2-40B4-BE49-F238E27FC236}">
                <a16:creationId xmlns:a16="http://schemas.microsoft.com/office/drawing/2014/main" id="{BB9B018F-5C79-FF8D-4B8C-41B8B5A920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7538" y="909655"/>
            <a:ext cx="6424691" cy="29249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4A4E08-AEE1-9B4E-5140-1C574909B885}"/>
              </a:ext>
            </a:extLst>
          </p:cNvPr>
          <p:cNvSpPr txBox="1"/>
          <p:nvPr/>
        </p:nvSpPr>
        <p:spPr>
          <a:xfrm>
            <a:off x="1356850" y="1012724"/>
            <a:ext cx="420820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</a:t>
            </a:r>
            <a:r>
              <a:rPr lang="en-US" b="1" dirty="0"/>
              <a:t>add a new camera</a:t>
            </a:r>
            <a:r>
              <a:rPr lang="en-US" dirty="0"/>
              <a:t>, a user must complete the following steps on the form: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Specify the </a:t>
            </a:r>
            <a:r>
              <a:rPr lang="en-US" b="1" dirty="0"/>
              <a:t>Area Name</a:t>
            </a:r>
            <a:r>
              <a:rPr lang="en-US" dirty="0"/>
              <a:t> (e.g., "Main entrance").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Set the </a:t>
            </a:r>
            <a:r>
              <a:rPr lang="en-US" b="1" dirty="0"/>
              <a:t>Capacity Threshold</a:t>
            </a:r>
            <a:r>
              <a:rPr lang="en-US" dirty="0"/>
              <a:t> (the count above which an alert is triggered, currently </a:t>
            </a:r>
            <a:r>
              <a:rPr lang="en-US" b="1" dirty="0"/>
              <a:t>40</a:t>
            </a:r>
            <a:r>
              <a:rPr lang="en-US" dirty="0"/>
              <a:t>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Select the </a:t>
            </a:r>
            <a:r>
              <a:rPr lang="en-US" b="1" dirty="0"/>
              <a:t>Input Source Type</a:t>
            </a:r>
            <a:r>
              <a:rPr lang="en-US" dirty="0"/>
              <a:t> (e.g., "Video File Upload").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Provide the corresponding video source details (e.g., </a:t>
            </a:r>
            <a:r>
              <a:rPr lang="en-US" b="1" dirty="0"/>
              <a:t>upload the Video File</a:t>
            </a:r>
            <a:r>
              <a:rPr lang="en-US" dirty="0"/>
              <a:t> if "Video File Upload" is selected).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Click the </a:t>
            </a:r>
            <a:r>
              <a:rPr lang="en-US" b="1" dirty="0"/>
              <a:t>"Save Camera"</a:t>
            </a:r>
            <a:r>
              <a:rPr lang="en-US" dirty="0"/>
              <a:t> button to submit the new camera configuration.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07008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FE1FB8-BF3B-AAFF-909D-BAB62651D61B}"/>
              </a:ext>
            </a:extLst>
          </p:cNvPr>
          <p:cNvSpPr txBox="1"/>
          <p:nvPr/>
        </p:nvSpPr>
        <p:spPr>
          <a:xfrm>
            <a:off x="2074606" y="78659"/>
            <a:ext cx="936030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What's going on backend :</a:t>
            </a:r>
          </a:p>
          <a:p>
            <a:endParaRPr lang="en-IN" b="1" dirty="0"/>
          </a:p>
          <a:p>
            <a:r>
              <a:rPr lang="en-IN" dirty="0"/>
              <a:t> @app.route('/upload_video', methods=['POST'])</a:t>
            </a:r>
          </a:p>
          <a:p>
            <a:r>
              <a:rPr lang="en-IN" dirty="0"/>
              <a:t>def </a:t>
            </a:r>
            <a:r>
              <a:rPr lang="en-IN" dirty="0" err="1"/>
              <a:t>upload_video</a:t>
            </a:r>
            <a:r>
              <a:rPr lang="en-IN" dirty="0"/>
              <a:t>():</a:t>
            </a:r>
          </a:p>
          <a:p>
            <a:r>
              <a:rPr lang="en-IN" dirty="0"/>
              <a:t>    </a:t>
            </a:r>
            <a:r>
              <a:rPr lang="en-IN" dirty="0" err="1"/>
              <a:t>logged_in_uid</a:t>
            </a:r>
            <a:r>
              <a:rPr lang="en-IN" dirty="0"/>
              <a:t> = </a:t>
            </a:r>
            <a:r>
              <a:rPr lang="en-IN" dirty="0" err="1"/>
              <a:t>get_logged_in_uid</a:t>
            </a:r>
            <a:r>
              <a:rPr lang="en-IN" dirty="0"/>
              <a:t>(request)</a:t>
            </a:r>
          </a:p>
          <a:p>
            <a:r>
              <a:rPr lang="en-IN" dirty="0"/>
              <a:t>    if not </a:t>
            </a:r>
            <a:r>
              <a:rPr lang="en-IN" dirty="0" err="1"/>
              <a:t>logged_in_uid</a:t>
            </a:r>
            <a:r>
              <a:rPr lang="en-IN" dirty="0"/>
              <a:t>: return </a:t>
            </a:r>
            <a:r>
              <a:rPr lang="en-IN" dirty="0" err="1"/>
              <a:t>jsonify</a:t>
            </a:r>
            <a:r>
              <a:rPr lang="en-IN" dirty="0"/>
              <a:t>({"error": "Unauthorized"}), 401</a:t>
            </a:r>
          </a:p>
          <a:p>
            <a:r>
              <a:rPr lang="en-IN" dirty="0"/>
              <a:t>    # Only Admins can use this page</a:t>
            </a:r>
          </a:p>
          <a:p>
            <a:r>
              <a:rPr lang="en-IN" dirty="0"/>
              <a:t>    if not </a:t>
            </a:r>
            <a:r>
              <a:rPr lang="en-IN" dirty="0" err="1"/>
              <a:t>is_user_admin</a:t>
            </a:r>
            <a:r>
              <a:rPr lang="en-IN" dirty="0"/>
              <a:t>(</a:t>
            </a:r>
            <a:r>
              <a:rPr lang="en-IN" dirty="0" err="1"/>
              <a:t>logged_in_uid</a:t>
            </a:r>
            <a:r>
              <a:rPr lang="en-IN" dirty="0"/>
              <a:t>): return </a:t>
            </a:r>
            <a:r>
              <a:rPr lang="en-IN" dirty="0" err="1"/>
              <a:t>jsonify</a:t>
            </a:r>
            <a:r>
              <a:rPr lang="en-IN" dirty="0"/>
              <a:t>({"error": "Access Denied"}), 403</a:t>
            </a:r>
          </a:p>
          <a:p>
            <a:endParaRPr lang="en-IN" dirty="0"/>
          </a:p>
          <a:p>
            <a:r>
              <a:rPr lang="en-IN" dirty="0"/>
              <a:t>    if "video" not in </a:t>
            </a:r>
            <a:r>
              <a:rPr lang="en-IN" dirty="0" err="1"/>
              <a:t>request.files</a:t>
            </a:r>
            <a:r>
              <a:rPr lang="en-IN" dirty="0"/>
              <a:t>:</a:t>
            </a:r>
          </a:p>
          <a:p>
            <a:r>
              <a:rPr lang="en-IN" dirty="0"/>
              <a:t>        return </a:t>
            </a:r>
            <a:r>
              <a:rPr lang="en-IN" dirty="0" err="1"/>
              <a:t>jsonify</a:t>
            </a:r>
            <a:r>
              <a:rPr lang="en-IN" dirty="0"/>
              <a:t>({"error": "No file"}), 400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video_file</a:t>
            </a:r>
            <a:r>
              <a:rPr lang="en-IN" dirty="0"/>
              <a:t> = </a:t>
            </a:r>
            <a:r>
              <a:rPr lang="en-IN" dirty="0" err="1"/>
              <a:t>request.files</a:t>
            </a:r>
            <a:r>
              <a:rPr lang="en-IN" dirty="0"/>
              <a:t>["video"]</a:t>
            </a:r>
          </a:p>
          <a:p>
            <a:r>
              <a:rPr lang="en-IN" dirty="0"/>
              <a:t>    </a:t>
            </a:r>
            <a:r>
              <a:rPr lang="en-IN" dirty="0" err="1"/>
              <a:t>area_name</a:t>
            </a:r>
            <a:r>
              <a:rPr lang="en-IN" dirty="0"/>
              <a:t> = </a:t>
            </a:r>
            <a:r>
              <a:rPr lang="en-IN" dirty="0" err="1"/>
              <a:t>request.form.get</a:t>
            </a:r>
            <a:r>
              <a:rPr lang="en-IN" dirty="0"/>
              <a:t>("</a:t>
            </a:r>
            <a:r>
              <a:rPr lang="en-IN" dirty="0" err="1"/>
              <a:t>areaName</a:t>
            </a:r>
            <a:r>
              <a:rPr lang="en-IN" dirty="0"/>
              <a:t>", "Unknown")</a:t>
            </a:r>
          </a:p>
          <a:p>
            <a:r>
              <a:rPr lang="en-IN" dirty="0"/>
              <a:t>    threshold = int(</a:t>
            </a:r>
            <a:r>
              <a:rPr lang="en-IN" dirty="0" err="1"/>
              <a:t>request.form.get</a:t>
            </a:r>
            <a:r>
              <a:rPr lang="en-IN" dirty="0"/>
              <a:t>("</a:t>
            </a:r>
            <a:r>
              <a:rPr lang="en-IN" dirty="0" err="1"/>
              <a:t>capacityThreshold</a:t>
            </a:r>
            <a:r>
              <a:rPr lang="en-IN" dirty="0"/>
              <a:t>", 0))</a:t>
            </a:r>
          </a:p>
          <a:p>
            <a:r>
              <a:rPr lang="en-IN" dirty="0"/>
              <a:t>    if </a:t>
            </a:r>
            <a:r>
              <a:rPr lang="en-IN" dirty="0" err="1"/>
              <a:t>get_stream_info</a:t>
            </a:r>
            <a:r>
              <a:rPr lang="en-IN" dirty="0"/>
              <a:t>(</a:t>
            </a:r>
            <a:r>
              <a:rPr lang="en-IN" dirty="0" err="1"/>
              <a:t>logged_in_uid</a:t>
            </a:r>
            <a:r>
              <a:rPr lang="en-IN" dirty="0"/>
              <a:t>, </a:t>
            </a:r>
            <a:r>
              <a:rPr lang="en-IN" dirty="0" err="1"/>
              <a:t>area_name</a:t>
            </a:r>
            <a:r>
              <a:rPr lang="en-IN" dirty="0"/>
              <a:t>):</a:t>
            </a:r>
          </a:p>
          <a:p>
            <a:r>
              <a:rPr lang="en-IN" dirty="0"/>
              <a:t>        return </a:t>
            </a:r>
            <a:r>
              <a:rPr lang="en-IN" dirty="0" err="1"/>
              <a:t>jsonify</a:t>
            </a:r>
            <a:r>
              <a:rPr lang="en-IN" dirty="0"/>
              <a:t>({"message": "Stream active. Stop first."}), 409</a:t>
            </a:r>
          </a:p>
          <a:p>
            <a:r>
              <a:rPr lang="en-IN" dirty="0"/>
              <a:t>    path = </a:t>
            </a:r>
            <a:r>
              <a:rPr lang="en-IN" dirty="0" err="1"/>
              <a:t>os.path.join</a:t>
            </a:r>
            <a:r>
              <a:rPr lang="en-IN" dirty="0"/>
              <a:t>(UPLOAD_FOLDER, </a:t>
            </a:r>
            <a:r>
              <a:rPr lang="en-IN" dirty="0" err="1"/>
              <a:t>secure_filename</a:t>
            </a:r>
            <a:r>
              <a:rPr lang="en-IN" dirty="0"/>
              <a:t>(</a:t>
            </a:r>
            <a:r>
              <a:rPr lang="en-IN" dirty="0" err="1"/>
              <a:t>video_file.filename</a:t>
            </a:r>
            <a:r>
              <a:rPr lang="en-IN" dirty="0"/>
              <a:t>))</a:t>
            </a:r>
          </a:p>
          <a:p>
            <a:r>
              <a:rPr lang="en-IN" dirty="0"/>
              <a:t>    </a:t>
            </a:r>
            <a:r>
              <a:rPr lang="en-IN" dirty="0" err="1"/>
              <a:t>video_file.save</a:t>
            </a:r>
            <a:r>
              <a:rPr lang="en-IN" dirty="0"/>
              <a:t>(path)</a:t>
            </a:r>
          </a:p>
          <a:p>
            <a:r>
              <a:rPr lang="en-IN" dirty="0"/>
              <a:t>    if not </a:t>
            </a:r>
            <a:r>
              <a:rPr lang="en-IN" dirty="0" err="1"/>
              <a:t>os.path.exists</a:t>
            </a:r>
            <a:r>
              <a:rPr lang="en-IN" dirty="0"/>
              <a:t>(path):</a:t>
            </a:r>
          </a:p>
          <a:p>
            <a:r>
              <a:rPr lang="en-IN" dirty="0"/>
              <a:t>        return </a:t>
            </a:r>
            <a:r>
              <a:rPr lang="en-IN" dirty="0" err="1"/>
              <a:t>jsonify</a:t>
            </a:r>
            <a:r>
              <a:rPr lang="en-IN" dirty="0"/>
              <a:t>({"error": "Save failed"}), 500</a:t>
            </a:r>
          </a:p>
          <a:p>
            <a:r>
              <a:rPr lang="en-IN" dirty="0"/>
              <a:t>    </a:t>
            </a:r>
            <a:r>
              <a:rPr lang="en-IN" dirty="0" err="1"/>
              <a:t>start_stream_thread</a:t>
            </a:r>
            <a:r>
              <a:rPr lang="en-IN" dirty="0"/>
              <a:t>(</a:t>
            </a:r>
            <a:r>
              <a:rPr lang="en-IN" dirty="0" err="1"/>
              <a:t>logged_in_uid</a:t>
            </a:r>
            <a:r>
              <a:rPr lang="en-IN" dirty="0"/>
              <a:t>, </a:t>
            </a:r>
            <a:r>
              <a:rPr lang="en-IN" dirty="0" err="1"/>
              <a:t>area_name</a:t>
            </a:r>
            <a:r>
              <a:rPr lang="en-IN" dirty="0"/>
              <a:t>, path, threshold)</a:t>
            </a:r>
          </a:p>
          <a:p>
            <a:r>
              <a:rPr lang="en-IN" dirty="0"/>
              <a:t>    return </a:t>
            </a:r>
            <a:r>
              <a:rPr lang="en-IN" dirty="0" err="1"/>
              <a:t>jsonify</a:t>
            </a:r>
            <a:r>
              <a:rPr lang="en-IN" dirty="0"/>
              <a:t>({"message": </a:t>
            </a:r>
            <a:r>
              <a:rPr lang="en-IN" dirty="0" err="1"/>
              <a:t>f"Processing</a:t>
            </a:r>
            <a:r>
              <a:rPr lang="en-IN" dirty="0"/>
              <a:t> started for {</a:t>
            </a:r>
            <a:r>
              <a:rPr lang="en-IN" dirty="0" err="1"/>
              <a:t>area_name</a:t>
            </a:r>
            <a:r>
              <a:rPr lang="en-IN" dirty="0"/>
              <a:t>}."}), 200</a:t>
            </a:r>
          </a:p>
        </p:txBody>
      </p:sp>
    </p:spTree>
    <p:extLst>
      <p:ext uri="{BB962C8B-B14F-4D97-AF65-F5344CB8AC3E}">
        <p14:creationId xmlns:p14="http://schemas.microsoft.com/office/powerpoint/2010/main" val="38929266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B9FD4EF9-8A39-E01D-D189-9FC3C13FCF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2826" y="70972"/>
            <a:ext cx="435569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Run YOLO model to detect objects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537BBA-B0F8-93D7-ED57-B767690FE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19" y="156725"/>
            <a:ext cx="5578315" cy="49658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555D7D-A645-FB16-CE69-4E1F2563CCC2}"/>
              </a:ext>
            </a:extLst>
          </p:cNvPr>
          <p:cNvSpPr txBox="1"/>
          <p:nvPr/>
        </p:nvSpPr>
        <p:spPr>
          <a:xfrm>
            <a:off x="1553498" y="511277"/>
            <a:ext cx="495545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image displays a crowd counting system dashboard for the "</a:t>
            </a:r>
            <a:r>
              <a:rPr lang="en-US" b="1" dirty="0"/>
              <a:t>Main entrance</a:t>
            </a:r>
            <a:r>
              <a:rPr lang="en-US" dirty="0"/>
              <a:t>.“</a:t>
            </a:r>
          </a:p>
          <a:p>
            <a:endParaRPr lang="en-US" dirty="0"/>
          </a:p>
          <a:p>
            <a:r>
              <a:rPr lang="en-US" dirty="0"/>
              <a:t>The system detects people using bounding boxes: </a:t>
            </a:r>
            <a:r>
              <a:rPr lang="en-US" b="1" dirty="0"/>
              <a:t>green boxes</a:t>
            </a:r>
            <a:r>
              <a:rPr lang="en-US" dirty="0"/>
              <a:t> for general detection, and </a:t>
            </a:r>
            <a:r>
              <a:rPr lang="en-US" b="1" dirty="0"/>
              <a:t>magenta/pink boxes</a:t>
            </a:r>
            <a:r>
              <a:rPr lang="en-US" dirty="0"/>
              <a:t> for people near or across the </a:t>
            </a:r>
            <a:r>
              <a:rPr lang="en-US" b="1" dirty="0"/>
              <a:t>red horizontal line</a:t>
            </a:r>
            <a:r>
              <a:rPr lang="en-US" dirty="0"/>
              <a:t>, which defines the </a:t>
            </a:r>
            <a:r>
              <a:rPr lang="en-US" b="1" dirty="0"/>
              <a:t>Area of Interest (AOI)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 system confirms the </a:t>
            </a:r>
            <a:r>
              <a:rPr lang="en-US" b="1" dirty="0"/>
              <a:t>Current Crowd</a:t>
            </a:r>
            <a:r>
              <a:rPr lang="en-US" dirty="0"/>
              <a:t> count is </a:t>
            </a:r>
            <a:r>
              <a:rPr lang="en-US" b="1" dirty="0"/>
              <a:t>16</a:t>
            </a:r>
            <a:r>
              <a:rPr lang="en-US" dirty="0"/>
              <a:t>, which is the total number of people detected within the AOI. The input source is a </a:t>
            </a:r>
            <a:r>
              <a:rPr lang="en-US" b="1" dirty="0"/>
              <a:t>Video File</a:t>
            </a:r>
            <a:r>
              <a:rPr lang="en-US" dirty="0"/>
              <a:t>, but the analysis </a:t>
            </a:r>
            <a:r>
              <a:rPr lang="en-US" b="1" dirty="0"/>
              <a:t>Status</a:t>
            </a:r>
            <a:r>
              <a:rPr lang="en-US" dirty="0"/>
              <a:t> is </a:t>
            </a:r>
            <a:r>
              <a:rPr lang="en-US" b="1" dirty="0"/>
              <a:t>Live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48479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4C7B91-11E7-3B32-ABCE-C82427304F17}"/>
              </a:ext>
            </a:extLst>
          </p:cNvPr>
          <p:cNvSpPr txBox="1"/>
          <p:nvPr/>
        </p:nvSpPr>
        <p:spPr>
          <a:xfrm>
            <a:off x="2130777" y="654467"/>
            <a:ext cx="288367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model = YOLO("yolov8n.pt")</a:t>
            </a:r>
          </a:p>
          <a:p>
            <a:r>
              <a:rPr lang="en-US" dirty="0" err="1"/>
              <a:t>person_class_id</a:t>
            </a:r>
            <a:r>
              <a:rPr lang="en-US" dirty="0"/>
              <a:t> = 0</a:t>
            </a:r>
          </a:p>
          <a:p>
            <a:r>
              <a:rPr lang="en-US" dirty="0" err="1"/>
              <a:t>confidence_threshold</a:t>
            </a:r>
            <a:r>
              <a:rPr lang="en-US" dirty="0"/>
              <a:t> = 0.4</a:t>
            </a:r>
          </a:p>
          <a:p>
            <a:r>
              <a:rPr lang="en-US" dirty="0" err="1"/>
              <a:t>iou_threshold</a:t>
            </a:r>
            <a:r>
              <a:rPr lang="en-US" dirty="0"/>
              <a:t> = 0.7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9C6092-B51D-15AA-C074-D30E155C2BC0}"/>
              </a:ext>
            </a:extLst>
          </p:cNvPr>
          <p:cNvSpPr txBox="1"/>
          <p:nvPr/>
        </p:nvSpPr>
        <p:spPr>
          <a:xfrm>
            <a:off x="1681316" y="285135"/>
            <a:ext cx="3333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1. Model Initialization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CE5E90-AC87-DCFE-F830-16AF59AA1411}"/>
              </a:ext>
            </a:extLst>
          </p:cNvPr>
          <p:cNvSpPr txBox="1"/>
          <p:nvPr/>
        </p:nvSpPr>
        <p:spPr>
          <a:xfrm>
            <a:off x="1681316" y="1854796"/>
            <a:ext cx="2733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2. Prediction and Filtering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6BADFF-B5FB-A426-DF71-92B109911D0F}"/>
              </a:ext>
            </a:extLst>
          </p:cNvPr>
          <p:cNvSpPr txBox="1"/>
          <p:nvPr/>
        </p:nvSpPr>
        <p:spPr>
          <a:xfrm>
            <a:off x="2130777" y="2270295"/>
            <a:ext cx="3129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results = </a:t>
            </a:r>
            <a:r>
              <a:rPr lang="en-IN" dirty="0" err="1"/>
              <a:t>model.predict</a:t>
            </a:r>
            <a:r>
              <a:rPr lang="en-IN" dirty="0"/>
              <a:t>(</a:t>
            </a:r>
          </a:p>
          <a:p>
            <a:r>
              <a:rPr lang="en-IN" dirty="0"/>
              <a:t>    source=frame, </a:t>
            </a:r>
          </a:p>
          <a:p>
            <a:r>
              <a:rPr lang="en-IN" dirty="0"/>
              <a:t>    classes=[</a:t>
            </a:r>
            <a:r>
              <a:rPr lang="en-IN" dirty="0" err="1"/>
              <a:t>person_class_id</a:t>
            </a:r>
            <a:r>
              <a:rPr lang="en-IN" dirty="0"/>
              <a:t>], </a:t>
            </a:r>
          </a:p>
          <a:p>
            <a:r>
              <a:rPr lang="en-IN" dirty="0"/>
              <a:t>    conf=</a:t>
            </a:r>
            <a:r>
              <a:rPr lang="en-IN" dirty="0" err="1"/>
              <a:t>confidence_threshold</a:t>
            </a:r>
            <a:r>
              <a:rPr lang="en-IN" dirty="0"/>
              <a:t>, </a:t>
            </a:r>
          </a:p>
          <a:p>
            <a:r>
              <a:rPr lang="en-IN" dirty="0"/>
              <a:t>    </a:t>
            </a:r>
            <a:r>
              <a:rPr lang="en-IN" dirty="0" err="1"/>
              <a:t>iou</a:t>
            </a:r>
            <a:r>
              <a:rPr lang="en-IN" dirty="0"/>
              <a:t>=</a:t>
            </a:r>
            <a:r>
              <a:rPr lang="en-IN" dirty="0" err="1"/>
              <a:t>iou_threshold</a:t>
            </a:r>
            <a:r>
              <a:rPr lang="en-IN" dirty="0"/>
              <a:t>, </a:t>
            </a:r>
          </a:p>
          <a:p>
            <a:r>
              <a:rPr lang="en-IN" dirty="0"/>
              <a:t>    stream=False, </a:t>
            </a:r>
          </a:p>
          <a:p>
            <a:r>
              <a:rPr lang="en-IN" dirty="0"/>
              <a:t>    verbose=False</a:t>
            </a:r>
          </a:p>
          <a:p>
            <a:r>
              <a:rPr lang="en-IN" dirty="0"/>
              <a:t>)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3D7A2C-CFF3-CEEB-EDDA-1758C31F80B2}"/>
              </a:ext>
            </a:extLst>
          </p:cNvPr>
          <p:cNvCxnSpPr>
            <a:cxnSpLocks/>
          </p:cNvCxnSpPr>
          <p:nvPr/>
        </p:nvCxnSpPr>
        <p:spPr>
          <a:xfrm>
            <a:off x="5161935" y="88490"/>
            <a:ext cx="0" cy="65777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8DBCCB3-1A14-4975-E8A6-0E10F55872EE}"/>
              </a:ext>
            </a:extLst>
          </p:cNvPr>
          <p:cNvSpPr txBox="1"/>
          <p:nvPr/>
        </p:nvSpPr>
        <p:spPr>
          <a:xfrm>
            <a:off x="5378245" y="78658"/>
            <a:ext cx="62828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What yolo does after upload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2A70B6-4E4A-125D-92CD-C454129FC2E4}"/>
              </a:ext>
            </a:extLst>
          </p:cNvPr>
          <p:cNvSpPr txBox="1"/>
          <p:nvPr/>
        </p:nvSpPr>
        <p:spPr>
          <a:xfrm>
            <a:off x="5378245" y="568123"/>
            <a:ext cx="2045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IN" b="1" i="0" dirty="0">
                <a:solidFill>
                  <a:srgbClr val="05192D"/>
                </a:solidFill>
                <a:effectLst/>
                <a:latin typeface="Studio-Feixen-Sans"/>
              </a:rPr>
              <a:t>1. Residual blocks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1862E5-1B70-570D-A40B-2DD9944CF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0083" y="954479"/>
            <a:ext cx="4862666" cy="216996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B8144EB-18EC-5959-7A0E-F658E3378CF4}"/>
              </a:ext>
            </a:extLst>
          </p:cNvPr>
          <p:cNvSpPr txBox="1"/>
          <p:nvPr/>
        </p:nvSpPr>
        <p:spPr>
          <a:xfrm>
            <a:off x="5378245" y="3094323"/>
            <a:ext cx="27993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IN" b="1" i="0" dirty="0">
                <a:solidFill>
                  <a:srgbClr val="05192D"/>
                </a:solidFill>
                <a:effectLst/>
                <a:latin typeface="Studio-Feixen-Sans"/>
              </a:rPr>
              <a:t>2. Bounding box regression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7B23F2B-439A-541E-F06B-B85BE119A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0083" y="3646752"/>
            <a:ext cx="5004562" cy="242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1478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9C4E089-DF6E-AB8D-D691-A7416AE90449}"/>
              </a:ext>
            </a:extLst>
          </p:cNvPr>
          <p:cNvSpPr txBox="1"/>
          <p:nvPr/>
        </p:nvSpPr>
        <p:spPr>
          <a:xfrm>
            <a:off x="1848465" y="37577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5192D"/>
                </a:solidFill>
                <a:effectLst/>
                <a:latin typeface="Studio-Feixen-Sans"/>
              </a:rPr>
              <a:t>3. Intersection Over Unions or IOU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21F8E9-CD73-0960-2848-1001F9798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465" y="1099062"/>
            <a:ext cx="76200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8423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A8E897-3811-43EB-D82D-831E4A40A2B0}"/>
              </a:ext>
            </a:extLst>
          </p:cNvPr>
          <p:cNvSpPr txBox="1"/>
          <p:nvPr/>
        </p:nvSpPr>
        <p:spPr>
          <a:xfrm>
            <a:off x="1543382" y="637852"/>
            <a:ext cx="521109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Object Tracking is a critical function that acts as the bridge between object detection and accurate counting. Since the YOLO model detects people independently in every new video frame, we need a mechanism to confirm that a detection in Frame N is the same person who was detected in Frame N-1.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10A3D7-1090-6DEA-DE14-99C161AA539A}"/>
              </a:ext>
            </a:extLst>
          </p:cNvPr>
          <p:cNvSpPr txBox="1"/>
          <p:nvPr/>
        </p:nvSpPr>
        <p:spPr>
          <a:xfrm>
            <a:off x="5137355" y="65130"/>
            <a:ext cx="1917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Object Tracking </a:t>
            </a:r>
            <a:endParaRPr lang="en-IN" b="1" dirty="0"/>
          </a:p>
        </p:txBody>
      </p:sp>
      <p:pic>
        <p:nvPicPr>
          <p:cNvPr id="5122" name="Picture 2" descr="GitHub - RizwanMunawar/yolov7-object-tracking: YOLOv7 Object Tracking ...">
            <a:extLst>
              <a:ext uri="{FF2B5EF4-FFF2-40B4-BE49-F238E27FC236}">
                <a16:creationId xmlns:a16="http://schemas.microsoft.com/office/drawing/2014/main" id="{8E9FC5F7-7C59-DC59-3682-D28B1FAF2F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1687" y="774447"/>
            <a:ext cx="5073166" cy="2853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45531D-0636-30A8-9837-E81652E673E3}"/>
              </a:ext>
            </a:extLst>
          </p:cNvPr>
          <p:cNvSpPr txBox="1"/>
          <p:nvPr/>
        </p:nvSpPr>
        <p:spPr>
          <a:xfrm>
            <a:off x="1248696" y="2487562"/>
            <a:ext cx="3621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What it does in backend to detect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51C3C6-56D0-1732-A429-2CCBD123BC6F}"/>
              </a:ext>
            </a:extLst>
          </p:cNvPr>
          <p:cNvSpPr txBox="1"/>
          <p:nvPr/>
        </p:nvSpPr>
        <p:spPr>
          <a:xfrm>
            <a:off x="1543382" y="295227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1.Proximity Matching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9D4E90-6341-74E0-91C1-7221760C5D27}"/>
              </a:ext>
            </a:extLst>
          </p:cNvPr>
          <p:cNvSpPr txBox="1"/>
          <p:nvPr/>
        </p:nvSpPr>
        <p:spPr>
          <a:xfrm>
            <a:off x="1740589" y="3321610"/>
            <a:ext cx="493551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 err="1"/>
              <a:t>dist</a:t>
            </a:r>
            <a:r>
              <a:rPr lang="en-IN" dirty="0"/>
              <a:t> = </a:t>
            </a:r>
            <a:r>
              <a:rPr lang="en-IN" dirty="0" err="1"/>
              <a:t>np.sqrt</a:t>
            </a:r>
            <a:r>
              <a:rPr lang="en-IN" dirty="0"/>
              <a:t>((</a:t>
            </a:r>
            <a:r>
              <a:rPr lang="en-IN" dirty="0" err="1"/>
              <a:t>center_x</a:t>
            </a:r>
            <a:r>
              <a:rPr lang="en-IN" dirty="0"/>
              <a:t> - </a:t>
            </a:r>
            <a:r>
              <a:rPr lang="en-IN" dirty="0" err="1"/>
              <a:t>prev_x</a:t>
            </a:r>
            <a:r>
              <a:rPr lang="en-IN" dirty="0"/>
              <a:t>)**2 + (</a:t>
            </a:r>
            <a:r>
              <a:rPr lang="en-IN" dirty="0" err="1"/>
              <a:t>center_y</a:t>
            </a:r>
            <a:r>
              <a:rPr lang="en-IN" dirty="0"/>
              <a:t> - </a:t>
            </a:r>
            <a:r>
              <a:rPr lang="en-IN" dirty="0" err="1"/>
              <a:t>prev_y</a:t>
            </a:r>
            <a:r>
              <a:rPr lang="en-IN" dirty="0"/>
              <a:t>)**2)</a:t>
            </a:r>
          </a:p>
          <a:p>
            <a:r>
              <a:rPr lang="en-US" dirty="0"/>
              <a:t>-&gt; detection is matched only if the minimum        distance (</a:t>
            </a:r>
            <a:r>
              <a:rPr lang="en-US" dirty="0" err="1"/>
              <a:t>min_dist</a:t>
            </a:r>
            <a:r>
              <a:rPr lang="en-US" dirty="0"/>
              <a:t>) found is </a:t>
            </a:r>
            <a:r>
              <a:rPr lang="en-US" b="1" dirty="0"/>
              <a:t>less than 100 pixels</a:t>
            </a:r>
            <a:r>
              <a:rPr lang="en-US" dirty="0"/>
              <a:t>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Matching Threshold</a:t>
            </a:r>
          </a:p>
          <a:p>
            <a:pPr lvl="1"/>
            <a:r>
              <a:rPr lang="en-IN" dirty="0"/>
              <a:t> </a:t>
            </a:r>
            <a:r>
              <a:rPr lang="en-US" dirty="0"/>
              <a:t>if </a:t>
            </a:r>
            <a:r>
              <a:rPr lang="en-US" dirty="0" err="1"/>
              <a:t>dist</a:t>
            </a:r>
            <a:r>
              <a:rPr lang="en-US" dirty="0"/>
              <a:t> &lt; </a:t>
            </a:r>
            <a:r>
              <a:rPr lang="en-US" dirty="0" err="1"/>
              <a:t>min_dist</a:t>
            </a:r>
            <a:r>
              <a:rPr lang="en-US" dirty="0"/>
              <a:t> and </a:t>
            </a:r>
            <a:r>
              <a:rPr lang="en-US" dirty="0" err="1"/>
              <a:t>dist</a:t>
            </a:r>
            <a:r>
              <a:rPr lang="en-US" dirty="0"/>
              <a:t> &lt; 100:</a:t>
            </a:r>
          </a:p>
          <a:p>
            <a:pPr lvl="1"/>
            <a:r>
              <a:rPr lang="en-US" dirty="0"/>
              <a:t>    </a:t>
            </a:r>
            <a:r>
              <a:rPr lang="en-US" dirty="0" err="1"/>
              <a:t>min_dist</a:t>
            </a:r>
            <a:r>
              <a:rPr lang="en-US" dirty="0"/>
              <a:t> = </a:t>
            </a:r>
            <a:r>
              <a:rPr lang="en-US" dirty="0" err="1"/>
              <a:t>dist</a:t>
            </a:r>
            <a:endParaRPr lang="en-US" dirty="0"/>
          </a:p>
          <a:p>
            <a:pPr lvl="1"/>
            <a:r>
              <a:rPr lang="en-US" dirty="0"/>
              <a:t>    </a:t>
            </a:r>
            <a:r>
              <a:rPr lang="en-US" dirty="0" err="1"/>
              <a:t>match_id</a:t>
            </a:r>
            <a:r>
              <a:rPr lang="en-US" dirty="0"/>
              <a:t> = </a:t>
            </a:r>
            <a:r>
              <a:rPr lang="en-US" dirty="0" err="1"/>
              <a:t>obj_id</a:t>
            </a:r>
            <a:r>
              <a:rPr lang="en-US" dirty="0"/>
              <a:t> # Match found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04780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417AE56-2B35-25A2-C938-F77FD96D904F}"/>
              </a:ext>
            </a:extLst>
          </p:cNvPr>
          <p:cNvSpPr txBox="1"/>
          <p:nvPr/>
        </p:nvSpPr>
        <p:spPr>
          <a:xfrm>
            <a:off x="5358581" y="206478"/>
            <a:ext cx="17993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Counting Logic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4B37F-3274-755D-CA51-B7B9187B2DDF}"/>
              </a:ext>
            </a:extLst>
          </p:cNvPr>
          <p:cNvSpPr txBox="1"/>
          <p:nvPr/>
        </p:nvSpPr>
        <p:spPr>
          <a:xfrm>
            <a:off x="1612490" y="668594"/>
            <a:ext cx="87212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counting logic in the system is directly tied to the </a:t>
            </a:r>
            <a:r>
              <a:rPr lang="en-US" b="1" dirty="0"/>
              <a:t>Area of Interest (AOI) check</a:t>
            </a:r>
            <a:r>
              <a:rPr lang="en-US" dirty="0"/>
              <a:t> within the object tracking loop. It determines if a currently tracked person is positioned in the specific region designated for counting.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0A31A6-6E4F-AEF1-825A-A4C3F62788E0}"/>
              </a:ext>
            </a:extLst>
          </p:cNvPr>
          <p:cNvSpPr txBox="1"/>
          <p:nvPr/>
        </p:nvSpPr>
        <p:spPr>
          <a:xfrm>
            <a:off x="1612490" y="1694541"/>
            <a:ext cx="1899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1. Counting Point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1249E3-F2DD-B56E-F557-6FBFEC76B61B}"/>
              </a:ext>
            </a:extLst>
          </p:cNvPr>
          <p:cNvSpPr txBox="1"/>
          <p:nvPr/>
        </p:nvSpPr>
        <p:spPr>
          <a:xfrm>
            <a:off x="1917290" y="2063873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if </a:t>
            </a:r>
            <a:r>
              <a:rPr lang="en-IN" dirty="0" err="1"/>
              <a:t>line_coords</a:t>
            </a:r>
            <a:r>
              <a:rPr lang="en-IN" dirty="0"/>
              <a:t> and </a:t>
            </a:r>
            <a:r>
              <a:rPr lang="en-IN" dirty="0" err="1"/>
              <a:t>is_in_aoi_below_line</a:t>
            </a:r>
            <a:r>
              <a:rPr lang="en-IN" dirty="0"/>
              <a:t>(</a:t>
            </a:r>
            <a:r>
              <a:rPr lang="en-IN" dirty="0" err="1"/>
              <a:t>center_x</a:t>
            </a:r>
            <a:r>
              <a:rPr lang="en-IN" dirty="0"/>
              <a:t>, </a:t>
            </a:r>
            <a:r>
              <a:rPr lang="en-IN" dirty="0" err="1"/>
              <a:t>center_y</a:t>
            </a:r>
            <a:r>
              <a:rPr lang="en-IN" dirty="0"/>
              <a:t>, </a:t>
            </a:r>
            <a:r>
              <a:rPr lang="en-IN" dirty="0" err="1"/>
              <a:t>line_coords</a:t>
            </a:r>
            <a:r>
              <a:rPr lang="en-IN" dirty="0"/>
              <a:t>):</a:t>
            </a:r>
          </a:p>
          <a:p>
            <a:r>
              <a:rPr lang="en-IN" dirty="0"/>
              <a:t>    </a:t>
            </a:r>
            <a:r>
              <a:rPr lang="en-IN" dirty="0" err="1"/>
              <a:t>live_count_in_aoi</a:t>
            </a:r>
            <a:r>
              <a:rPr lang="en-IN" dirty="0"/>
              <a:t> += 1</a:t>
            </a:r>
          </a:p>
          <a:p>
            <a:r>
              <a:rPr lang="en-IN" dirty="0"/>
              <a:t>    </a:t>
            </a:r>
            <a:r>
              <a:rPr lang="en-IN" dirty="0" err="1"/>
              <a:t>is_inside</a:t>
            </a:r>
            <a:r>
              <a:rPr lang="en-IN" dirty="0"/>
              <a:t> = True  # Mark the object's status</a:t>
            </a:r>
          </a:p>
          <a:p>
            <a:r>
              <a:rPr lang="en-IN" dirty="0"/>
              <a:t>    </a:t>
            </a:r>
            <a:r>
              <a:rPr lang="en-IN" dirty="0" err="1"/>
              <a:t>color</a:t>
            </a:r>
            <a:r>
              <a:rPr lang="en-IN" dirty="0"/>
              <a:t> = (0, 255, 0) # Draw the box in green (example </a:t>
            </a:r>
            <a:r>
              <a:rPr lang="en-IN" dirty="0" err="1"/>
              <a:t>color</a:t>
            </a:r>
            <a:r>
              <a:rPr lang="en-IN" dirty="0"/>
              <a:t>)</a:t>
            </a:r>
          </a:p>
          <a:p>
            <a:r>
              <a:rPr lang="en-IN" dirty="0"/>
              <a:t>else: </a:t>
            </a:r>
          </a:p>
          <a:p>
            <a:r>
              <a:rPr lang="en-IN" dirty="0"/>
              <a:t>    </a:t>
            </a:r>
            <a:r>
              <a:rPr lang="en-IN" dirty="0" err="1"/>
              <a:t>is_inside</a:t>
            </a:r>
            <a:r>
              <a:rPr lang="en-IN" dirty="0"/>
              <a:t> = False</a:t>
            </a:r>
          </a:p>
          <a:p>
            <a:r>
              <a:rPr lang="en-IN" dirty="0"/>
              <a:t>    </a:t>
            </a:r>
            <a:r>
              <a:rPr lang="en-IN" dirty="0" err="1"/>
              <a:t>color</a:t>
            </a:r>
            <a:r>
              <a:rPr lang="en-IN" dirty="0"/>
              <a:t> = (255, 0, 255) # Draw the box in magenta (example </a:t>
            </a:r>
            <a:r>
              <a:rPr lang="en-IN" dirty="0" err="1"/>
              <a:t>color</a:t>
            </a:r>
            <a:r>
              <a:rPr lang="en-IN" dirty="0"/>
              <a:t>)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13B5326-A612-0235-4F9A-AE7558B34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0980" y="5003139"/>
            <a:ext cx="8632723" cy="6309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Formula: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It checks if the object's vertical position 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Cy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is mathematically located on the "below" side of the line defined by the formula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y = mx + b</a:t>
            </a:r>
            <a:r>
              <a:rPr lang="en-US" altLang="en-US" sz="2000" b="1" dirty="0">
                <a:latin typeface="Google Sans Text"/>
              </a:rPr>
              <a:t>.</a:t>
            </a: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14223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3071D7F-5EA6-1DDF-C286-0116195FCA20}"/>
              </a:ext>
            </a:extLst>
          </p:cNvPr>
          <p:cNvSpPr txBox="1"/>
          <p:nvPr/>
        </p:nvSpPr>
        <p:spPr>
          <a:xfrm>
            <a:off x="5372084" y="49160"/>
            <a:ext cx="14478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/>
              <a:t>Dash 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CD1A62-0904-D63D-66B9-F3A86209C009}"/>
              </a:ext>
            </a:extLst>
          </p:cNvPr>
          <p:cNvSpPr txBox="1"/>
          <p:nvPr/>
        </p:nvSpPr>
        <p:spPr>
          <a:xfrm>
            <a:off x="1297858" y="1373502"/>
            <a:ext cx="4798142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View Registered Users </a:t>
            </a:r>
          </a:p>
          <a:p>
            <a:r>
              <a:rPr lang="en-US" b="1" dirty="0"/>
              <a:t>Purpose:</a:t>
            </a:r>
            <a:r>
              <a:rPr lang="en-US" dirty="0"/>
              <a:t> Provides the </a:t>
            </a:r>
            <a:r>
              <a:rPr lang="en-US" b="1" dirty="0"/>
              <a:t>administrative entry point</a:t>
            </a:r>
            <a:r>
              <a:rPr lang="en-US" dirty="0"/>
              <a:t> to monitor other user accounts. Selecting a user switches the dashboard to </a:t>
            </a:r>
            <a:r>
              <a:rPr lang="en-US" b="1" dirty="0"/>
              <a:t>Admin View</a:t>
            </a:r>
            <a:r>
              <a:rPr lang="en-US" dirty="0"/>
              <a:t>.</a:t>
            </a:r>
          </a:p>
          <a:p>
            <a:r>
              <a:rPr lang="en-US" b="1" dirty="0"/>
              <a:t>Visible Data:</a:t>
            </a:r>
            <a:r>
              <a:rPr lang="en-US" dirty="0"/>
              <a:t> Displays a list of user IDs (demo_1, Admin_1, demo_2).</a:t>
            </a:r>
          </a:p>
          <a:p>
            <a:endParaRPr lang="en-US" dirty="0"/>
          </a:p>
          <a:p>
            <a:r>
              <a:rPr lang="en-US" b="1" dirty="0"/>
              <a:t>2. Live Camera Status Overview </a:t>
            </a:r>
          </a:p>
          <a:p>
            <a:r>
              <a:rPr lang="en-US" b="1" dirty="0"/>
              <a:t>Purpose:</a:t>
            </a:r>
            <a:r>
              <a:rPr lang="en-US" dirty="0"/>
              <a:t> Delivers the </a:t>
            </a:r>
            <a:r>
              <a:rPr lang="en-US" b="1" dirty="0"/>
              <a:t>immediate, high-level operational status</a:t>
            </a:r>
            <a:r>
              <a:rPr lang="en-US" dirty="0"/>
              <a:t> of the currently selected area.</a:t>
            </a:r>
          </a:p>
          <a:p>
            <a:r>
              <a:rPr lang="en-US" b="1" dirty="0"/>
              <a:t>Visible Data:</a:t>
            </a:r>
            <a:r>
              <a:rPr lang="en-US" dirty="0"/>
              <a:t> Displays critical, real-time metrics for the stream: </a:t>
            </a:r>
            <a:r>
              <a:rPr lang="en-US" b="1" dirty="0"/>
              <a:t>Area Name</a:t>
            </a:r>
            <a:r>
              <a:rPr lang="en-US" dirty="0"/>
              <a:t> (Main entrance), </a:t>
            </a:r>
            <a:r>
              <a:rPr lang="en-US" b="1" dirty="0"/>
              <a:t>Source Type</a:t>
            </a:r>
            <a:r>
              <a:rPr lang="en-US" dirty="0"/>
              <a:t> (Video File), </a:t>
            </a:r>
            <a:r>
              <a:rPr lang="en-US" b="1" dirty="0"/>
              <a:t>Current Count</a:t>
            </a:r>
            <a:r>
              <a:rPr lang="en-US" dirty="0"/>
              <a:t> (29 people), </a:t>
            </a:r>
            <a:r>
              <a:rPr lang="en-US" b="1" dirty="0"/>
              <a:t>Capacity Threshold</a:t>
            </a:r>
            <a:r>
              <a:rPr lang="en-US" dirty="0"/>
              <a:t> (30 people), and operational </a:t>
            </a:r>
            <a:r>
              <a:rPr lang="en-US" b="1" dirty="0"/>
              <a:t>Status</a:t>
            </a:r>
            <a:r>
              <a:rPr lang="en-US" dirty="0"/>
              <a:t> (Live).</a:t>
            </a:r>
          </a:p>
          <a:p>
            <a:endParaRPr lang="en-US" dirty="0"/>
          </a:p>
        </p:txBody>
      </p:sp>
      <p:pic>
        <p:nvPicPr>
          <p:cNvPr id="6" name="Picture 5" descr="A screenshot of a computer&#10;&#10;AI-generated content may be incorrect.">
            <a:hlinkClick r:id="rId2" action="ppaction://hlinkfile"/>
            <a:extLst>
              <a:ext uri="{FF2B5EF4-FFF2-40B4-BE49-F238E27FC236}">
                <a16:creationId xmlns:a16="http://schemas.microsoft.com/office/drawing/2014/main" id="{0F417AC1-9B20-BEF2-49D4-DD08719815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550947"/>
            <a:ext cx="5977207" cy="2775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4596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5E645D-E983-052B-6004-F98084203B62}"/>
              </a:ext>
            </a:extLst>
          </p:cNvPr>
          <p:cNvSpPr txBox="1"/>
          <p:nvPr/>
        </p:nvSpPr>
        <p:spPr>
          <a:xfrm>
            <a:off x="1514168" y="491613"/>
            <a:ext cx="10530348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3. Real-Time Crowd Density (Bar Graph) </a:t>
            </a:r>
          </a:p>
          <a:p>
            <a:r>
              <a:rPr lang="en-US" b="1" dirty="0"/>
              <a:t>Purpose:</a:t>
            </a:r>
            <a:r>
              <a:rPr lang="en-US" dirty="0"/>
              <a:t> Visually represents the </a:t>
            </a:r>
            <a:r>
              <a:rPr lang="en-US" b="1" dirty="0"/>
              <a:t>current load relative to the threshold</a:t>
            </a:r>
            <a:r>
              <a:rPr lang="en-US" dirty="0"/>
              <a:t>, acting as an actionable density gauge.</a:t>
            </a:r>
          </a:p>
          <a:p>
            <a:r>
              <a:rPr lang="en-US" b="1" dirty="0"/>
              <a:t>Visual Logic:</a:t>
            </a:r>
            <a:r>
              <a:rPr lang="en-US" dirty="0"/>
              <a:t> The bar shows the percentage of capacity used (29/30). The bar being completely </a:t>
            </a:r>
            <a:r>
              <a:rPr lang="en-US" b="1" dirty="0"/>
              <a:t>Red</a:t>
            </a:r>
            <a:r>
              <a:rPr lang="en-US" dirty="0"/>
              <a:t> indicates the count is near or at capacity, serving as an instant visual alert.</a:t>
            </a:r>
          </a:p>
          <a:p>
            <a:endParaRPr lang="en-US" b="1" dirty="0"/>
          </a:p>
          <a:p>
            <a:r>
              <a:rPr lang="en-US" b="1" dirty="0"/>
              <a:t>4. Historical Trend (Scatter Plot) </a:t>
            </a:r>
          </a:p>
          <a:p>
            <a:r>
              <a:rPr lang="en-US" b="1" dirty="0"/>
              <a:t>Purpose:</a:t>
            </a:r>
            <a:r>
              <a:rPr lang="en-US" dirty="0"/>
              <a:t> Serves as the </a:t>
            </a:r>
            <a:r>
              <a:rPr lang="en-US" b="1" dirty="0"/>
              <a:t>historical trend visualization</a:t>
            </a:r>
            <a:r>
              <a:rPr lang="en-US" dirty="0"/>
              <a:t>, allowing managers to quickly assess recent count fluctuations.</a:t>
            </a:r>
          </a:p>
          <a:p>
            <a:r>
              <a:rPr lang="en-US" b="1" dirty="0"/>
              <a:t>Visualization:</a:t>
            </a:r>
            <a:r>
              <a:rPr lang="en-US" dirty="0"/>
              <a:t> Displays a plot showing recent count points over time (a scatter plot overlaid on a connecting line).</a:t>
            </a:r>
          </a:p>
          <a:p>
            <a:endParaRPr lang="en-US" dirty="0"/>
          </a:p>
          <a:p>
            <a:r>
              <a:rPr lang="en-US" b="1" dirty="0"/>
              <a:t>5. Total Area Wise Graph and Alert Feature </a:t>
            </a:r>
          </a:p>
          <a:p>
            <a:r>
              <a:rPr lang="en-US" b="1" dirty="0"/>
              <a:t>Total Area Wise Graph:</a:t>
            </a:r>
            <a:r>
              <a:rPr lang="en-US" dirty="0"/>
              <a:t> Shows the </a:t>
            </a:r>
            <a:r>
              <a:rPr lang="en-US" b="1" dirty="0"/>
              <a:t>count over a longer time scale</a:t>
            </a:r>
            <a:r>
              <a:rPr lang="en-US" dirty="0"/>
              <a:t> ("Total Crowd Trend"), representing the overall usage pattern for the current user/area.</a:t>
            </a:r>
          </a:p>
          <a:p>
            <a:r>
              <a:rPr lang="en-US" b="1" dirty="0"/>
              <a:t>Alert Feature (Purpose):</a:t>
            </a:r>
            <a:r>
              <a:rPr lang="en-US" dirty="0"/>
              <a:t> Confirms the system's ability to trigger and display an </a:t>
            </a:r>
            <a:r>
              <a:rPr lang="en-US" b="1" dirty="0"/>
              <a:t>immediate, actionable alert</a:t>
            </a:r>
            <a:r>
              <a:rPr lang="en-US" dirty="0"/>
              <a:t> when the capacity threshold is nearly exceeded.</a:t>
            </a:r>
          </a:p>
          <a:p>
            <a:r>
              <a:rPr lang="en-US" b="1" dirty="0"/>
              <a:t>Alert Display:</a:t>
            </a:r>
            <a:r>
              <a:rPr lang="en-US" dirty="0"/>
              <a:t> The alert is visible as the high-priority </a:t>
            </a:r>
            <a:r>
              <a:rPr lang="en-US" b="1" dirty="0"/>
              <a:t>CRITICAL CROWD LEVEL!</a:t>
            </a:r>
            <a:r>
              <a:rPr lang="en-US" dirty="0"/>
              <a:t> red box in the bottom-right corner.</a:t>
            </a:r>
          </a:p>
        </p:txBody>
      </p:sp>
    </p:spTree>
    <p:extLst>
      <p:ext uri="{BB962C8B-B14F-4D97-AF65-F5344CB8AC3E}">
        <p14:creationId xmlns:p14="http://schemas.microsoft.com/office/powerpoint/2010/main" val="33507416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28E383-99A3-0F7B-5EC2-731C2E266375}"/>
              </a:ext>
            </a:extLst>
          </p:cNvPr>
          <p:cNvSpPr txBox="1"/>
          <p:nvPr/>
        </p:nvSpPr>
        <p:spPr>
          <a:xfrm>
            <a:off x="2930013" y="18896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Conclusion of the Crowd Counting Project </a:t>
            </a:r>
            <a:endParaRPr lang="en-IN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C9A119-C8B0-3E00-9582-4088DF0C5D0C}"/>
              </a:ext>
            </a:extLst>
          </p:cNvPr>
          <p:cNvSpPr txBox="1"/>
          <p:nvPr/>
        </p:nvSpPr>
        <p:spPr>
          <a:xfrm>
            <a:off x="2930013" y="1455173"/>
            <a:ext cx="754134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This project successfully developed a </a:t>
            </a:r>
            <a:r>
              <a:rPr lang="en-US" b="1" dirty="0"/>
              <a:t>Real-Time Crowd Counting System</a:t>
            </a:r>
            <a:r>
              <a:rPr lang="en-US" dirty="0"/>
              <a:t> using </a:t>
            </a:r>
            <a:r>
              <a:rPr lang="en-US" b="1" dirty="0"/>
              <a:t>YOLOv8</a:t>
            </a:r>
            <a:r>
              <a:rPr lang="en-US" dirty="0"/>
              <a:t> and a multithreaded </a:t>
            </a:r>
            <a:r>
              <a:rPr lang="en-US" b="1" dirty="0"/>
              <a:t>Flask</a:t>
            </a:r>
            <a:r>
              <a:rPr lang="en-US" dirty="0"/>
              <a:t> backend.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The system's core success lies in: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Safety:</a:t>
            </a:r>
            <a:r>
              <a:rPr lang="en-US" dirty="0"/>
              <a:t> Providing </a:t>
            </a:r>
            <a:r>
              <a:rPr lang="en-US" b="1" dirty="0"/>
              <a:t>live, accurate counts</a:t>
            </a:r>
            <a:r>
              <a:rPr lang="en-US" dirty="0"/>
              <a:t> and immediate </a:t>
            </a:r>
            <a:r>
              <a:rPr lang="en-US" b="1" dirty="0"/>
              <a:t>threshold alerts</a:t>
            </a:r>
            <a:r>
              <a:rPr lang="en-US" dirty="0"/>
              <a:t> to prevent dangerous overcrowding.</a:t>
            </a:r>
          </a:p>
          <a:p>
            <a:pPr>
              <a:buFont typeface="+mj-lt"/>
              <a:buAutoNum type="arabicPeriod"/>
            </a:pP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Efficiency:</a:t>
            </a:r>
            <a:r>
              <a:rPr lang="en-US" dirty="0"/>
              <a:t> Enabling data-driven management through </a:t>
            </a:r>
            <a:r>
              <a:rPr lang="en-US" b="1" dirty="0"/>
              <a:t>historical usage trends</a:t>
            </a:r>
            <a:r>
              <a:rPr lang="en-US" dirty="0"/>
              <a:t> and a secure, role-based </a:t>
            </a:r>
            <a:r>
              <a:rPr lang="en-US" b="1" dirty="0"/>
              <a:t>Admin Dashboard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9125720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541</TotalTime>
  <Words>3619</Words>
  <Application>Microsoft Office PowerPoint</Application>
  <PresentationFormat>Widescreen</PresentationFormat>
  <Paragraphs>321</Paragraphs>
  <Slides>26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Aptos</vt:lpstr>
      <vt:lpstr>Arial</vt:lpstr>
      <vt:lpstr>Corbel</vt:lpstr>
      <vt:lpstr>Courier New</vt:lpstr>
      <vt:lpstr>Google Sans Code</vt:lpstr>
      <vt:lpstr>Google Sans Flex</vt:lpstr>
      <vt:lpstr>Google Sans Text</vt:lpstr>
      <vt:lpstr>Studio-Feixen-Sans</vt:lpstr>
      <vt:lpstr>Parallax</vt:lpstr>
      <vt:lpstr>Crowd Count </vt:lpstr>
      <vt:lpstr>Purpose of the crowd count</vt:lpstr>
      <vt:lpstr>Tools &amp; Technologies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shanmuk sai srinivas</dc:creator>
  <cp:lastModifiedBy>shanmuk sai srinivas</cp:lastModifiedBy>
  <cp:revision>1</cp:revision>
  <dcterms:created xsi:type="dcterms:W3CDTF">2025-10-27T13:27:39Z</dcterms:created>
  <dcterms:modified xsi:type="dcterms:W3CDTF">2025-11-11T15:15:50Z</dcterms:modified>
</cp:coreProperties>
</file>