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A14E7-686A-4968-9A21-51D3FAA03437}" v="255" dt="2025-11-10T10:26:01.5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muk sai srinivas" userId="c1b44e370da95be1" providerId="LiveId" clId="{9F8E2EC8-786B-4FEC-A1F4-D78D3F2A3CF2}"/>
    <pc:docChg chg="undo custSel addSld delSld modSld">
      <pc:chgData name="shanmuk sai srinivas" userId="c1b44e370da95be1" providerId="LiveId" clId="{9F8E2EC8-786B-4FEC-A1F4-D78D3F2A3CF2}" dt="2025-11-10T10:27:51.606" v="2475" actId="255"/>
      <pc:docMkLst>
        <pc:docMk/>
      </pc:docMkLst>
      <pc:sldChg chg="addSp modSp mod">
        <pc:chgData name="shanmuk sai srinivas" userId="c1b44e370da95be1" providerId="LiveId" clId="{9F8E2EC8-786B-4FEC-A1F4-D78D3F2A3CF2}" dt="2025-11-09T08:03:59.842" v="10" actId="1076"/>
        <pc:sldMkLst>
          <pc:docMk/>
          <pc:sldMk cId="1688948147" sldId="256"/>
        </pc:sldMkLst>
        <pc:picChg chg="add mod">
          <ac:chgData name="shanmuk sai srinivas" userId="c1b44e370da95be1" providerId="LiveId" clId="{9F8E2EC8-786B-4FEC-A1F4-D78D3F2A3CF2}" dt="2025-11-09T08:03:59.842" v="10" actId="1076"/>
          <ac:picMkLst>
            <pc:docMk/>
            <pc:sldMk cId="1688948147" sldId="256"/>
            <ac:picMk id="5" creationId="{F3F8D045-27F0-A95B-BCCC-F0B2F1B47204}"/>
          </ac:picMkLst>
        </pc:picChg>
      </pc:sldChg>
      <pc:sldChg chg="modSp mod">
        <pc:chgData name="shanmuk sai srinivas" userId="c1b44e370da95be1" providerId="LiveId" clId="{9F8E2EC8-786B-4FEC-A1F4-D78D3F2A3CF2}" dt="2025-11-09T08:23:13.538" v="36"/>
        <pc:sldMkLst>
          <pc:docMk/>
          <pc:sldMk cId="102244544" sldId="257"/>
        </pc:sldMkLst>
        <pc:spChg chg="mod">
          <ac:chgData name="shanmuk sai srinivas" userId="c1b44e370da95be1" providerId="LiveId" clId="{9F8E2EC8-786B-4FEC-A1F4-D78D3F2A3CF2}" dt="2025-11-09T08:04:27.330" v="35" actId="20577"/>
          <ac:spMkLst>
            <pc:docMk/>
            <pc:sldMk cId="102244544" sldId="257"/>
            <ac:spMk id="2" creationId="{8993BAA4-1E45-0EB8-E4D6-F998E245B6D0}"/>
          </ac:spMkLst>
        </pc:spChg>
        <pc:spChg chg="mod">
          <ac:chgData name="shanmuk sai srinivas" userId="c1b44e370da95be1" providerId="LiveId" clId="{9F8E2EC8-786B-4FEC-A1F4-D78D3F2A3CF2}" dt="2025-11-09T08:23:13.538" v="36"/>
          <ac:spMkLst>
            <pc:docMk/>
            <pc:sldMk cId="102244544" sldId="257"/>
            <ac:spMk id="3" creationId="{FADE842A-6C30-6B1A-2A32-CB7980EB2F36}"/>
          </ac:spMkLst>
        </pc:spChg>
      </pc:sldChg>
      <pc:sldChg chg="addSp delSp modSp mod">
        <pc:chgData name="shanmuk sai srinivas" userId="c1b44e370da95be1" providerId="LiveId" clId="{9F8E2EC8-786B-4FEC-A1F4-D78D3F2A3CF2}" dt="2025-11-09T15:17:14.668" v="988" actId="20577"/>
        <pc:sldMkLst>
          <pc:docMk/>
          <pc:sldMk cId="3753706779" sldId="258"/>
        </pc:sldMkLst>
        <pc:spChg chg="mod">
          <ac:chgData name="shanmuk sai srinivas" userId="c1b44e370da95be1" providerId="LiveId" clId="{9F8E2EC8-786B-4FEC-A1F4-D78D3F2A3CF2}" dt="2025-11-09T15:17:14.668" v="988" actId="20577"/>
          <ac:spMkLst>
            <pc:docMk/>
            <pc:sldMk cId="3753706779" sldId="258"/>
            <ac:spMk id="2" creationId="{70308DFC-9347-0288-8A5F-241AB98266C0}"/>
          </ac:spMkLst>
        </pc:spChg>
        <pc:spChg chg="mod">
          <ac:chgData name="shanmuk sai srinivas" userId="c1b44e370da95be1" providerId="LiveId" clId="{9F8E2EC8-786B-4FEC-A1F4-D78D3F2A3CF2}" dt="2025-11-09T09:00:54.010" v="687" actId="27636"/>
          <ac:spMkLst>
            <pc:docMk/>
            <pc:sldMk cId="3753706779" sldId="258"/>
            <ac:spMk id="3" creationId="{A36DE748-5D0D-D518-3017-9D078C8A110D}"/>
          </ac:spMkLst>
        </pc:spChg>
        <pc:spChg chg="add del mod">
          <ac:chgData name="shanmuk sai srinivas" userId="c1b44e370da95be1" providerId="LiveId" clId="{9F8E2EC8-786B-4FEC-A1F4-D78D3F2A3CF2}" dt="2025-11-09T09:24:02.627" v="716"/>
          <ac:spMkLst>
            <pc:docMk/>
            <pc:sldMk cId="3753706779" sldId="258"/>
            <ac:spMk id="9" creationId="{6E6F75D9-5A01-D82C-333D-6179E3060674}"/>
          </ac:spMkLst>
        </pc:spChg>
        <pc:spChg chg="add del mod">
          <ac:chgData name="shanmuk sai srinivas" userId="c1b44e370da95be1" providerId="LiveId" clId="{9F8E2EC8-786B-4FEC-A1F4-D78D3F2A3CF2}" dt="2025-11-09T09:25:50.378" v="736" actId="478"/>
          <ac:spMkLst>
            <pc:docMk/>
            <pc:sldMk cId="3753706779" sldId="258"/>
            <ac:spMk id="12" creationId="{74F89F77-946E-CDA2-3AC5-C74A2C3F1538}"/>
          </ac:spMkLst>
        </pc:spChg>
        <pc:graphicFrameChg chg="add del mod modGraphic">
          <ac:chgData name="shanmuk sai srinivas" userId="c1b44e370da95be1" providerId="LiveId" clId="{9F8E2EC8-786B-4FEC-A1F4-D78D3F2A3CF2}" dt="2025-11-09T09:00:33.043" v="685" actId="478"/>
          <ac:graphicFrameMkLst>
            <pc:docMk/>
            <pc:sldMk cId="3753706779" sldId="258"/>
            <ac:graphicFrameMk id="4" creationId="{0CC82E2C-842E-C225-2B66-845DF6F09512}"/>
          </ac:graphicFrameMkLst>
        </pc:graphicFrameChg>
        <pc:graphicFrameChg chg="add del mod modGraphic">
          <ac:chgData name="shanmuk sai srinivas" userId="c1b44e370da95be1" providerId="LiveId" clId="{9F8E2EC8-786B-4FEC-A1F4-D78D3F2A3CF2}" dt="2025-11-09T09:20:58.969" v="692" actId="478"/>
          <ac:graphicFrameMkLst>
            <pc:docMk/>
            <pc:sldMk cId="3753706779" sldId="258"/>
            <ac:graphicFrameMk id="5" creationId="{D577A506-958F-B65C-685A-983E5EBFC91D}"/>
          </ac:graphicFrameMkLst>
        </pc:graphicFrameChg>
        <pc:graphicFrameChg chg="add mod modGraphic">
          <ac:chgData name="shanmuk sai srinivas" userId="c1b44e370da95be1" providerId="LiveId" clId="{9F8E2EC8-786B-4FEC-A1F4-D78D3F2A3CF2}" dt="2025-11-09T09:26:44.600" v="742" actId="1076"/>
          <ac:graphicFrameMkLst>
            <pc:docMk/>
            <pc:sldMk cId="3753706779" sldId="258"/>
            <ac:graphicFrameMk id="6" creationId="{A8BB6A5A-F23F-5DA1-5F01-6B93D148080D}"/>
          </ac:graphicFrameMkLst>
        </pc:graphicFrameChg>
        <pc:graphicFrameChg chg="add del">
          <ac:chgData name="shanmuk sai srinivas" userId="c1b44e370da95be1" providerId="LiveId" clId="{9F8E2EC8-786B-4FEC-A1F4-D78D3F2A3CF2}" dt="2025-11-09T09:22:50.926" v="698" actId="478"/>
          <ac:graphicFrameMkLst>
            <pc:docMk/>
            <pc:sldMk cId="3753706779" sldId="258"/>
            <ac:graphicFrameMk id="7" creationId="{4765E914-8304-1102-ABE8-77AC77F64BBA}"/>
          </ac:graphicFrameMkLst>
        </pc:graphicFrameChg>
        <pc:graphicFrameChg chg="add del mod modGraphic">
          <ac:chgData name="shanmuk sai srinivas" userId="c1b44e370da95be1" providerId="LiveId" clId="{9F8E2EC8-786B-4FEC-A1F4-D78D3F2A3CF2}" dt="2025-11-09T09:25:14.592" v="732" actId="478"/>
          <ac:graphicFrameMkLst>
            <pc:docMk/>
            <pc:sldMk cId="3753706779" sldId="258"/>
            <ac:graphicFrameMk id="10" creationId="{D03017EF-48CB-9B41-CC18-EACAFB5688CA}"/>
          </ac:graphicFrameMkLst>
        </pc:graphicFrameChg>
        <pc:graphicFrameChg chg="add mod modGraphic">
          <ac:chgData name="shanmuk sai srinivas" userId="c1b44e370da95be1" providerId="LiveId" clId="{9F8E2EC8-786B-4FEC-A1F4-D78D3F2A3CF2}" dt="2025-11-09T09:27:01.106" v="744" actId="1076"/>
          <ac:graphicFrameMkLst>
            <pc:docMk/>
            <pc:sldMk cId="3753706779" sldId="258"/>
            <ac:graphicFrameMk id="13" creationId="{B4F2EFAF-C5CD-A852-CC7D-DE8D250A6312}"/>
          </ac:graphicFrameMkLst>
        </pc:graphicFrameChg>
      </pc:sldChg>
      <pc:sldChg chg="addSp delSp modSp new mod">
        <pc:chgData name="shanmuk sai srinivas" userId="c1b44e370da95be1" providerId="LiveId" clId="{9F8E2EC8-786B-4FEC-A1F4-D78D3F2A3CF2}" dt="2025-11-09T09:29:57.799" v="762" actId="14100"/>
        <pc:sldMkLst>
          <pc:docMk/>
          <pc:sldMk cId="251097109" sldId="259"/>
        </pc:sldMkLst>
        <pc:spChg chg="add del mod">
          <ac:chgData name="shanmuk sai srinivas" userId="c1b44e370da95be1" providerId="LiveId" clId="{9F8E2EC8-786B-4FEC-A1F4-D78D3F2A3CF2}" dt="2025-11-09T09:29:14.080" v="757"/>
          <ac:spMkLst>
            <pc:docMk/>
            <pc:sldMk cId="251097109" sldId="259"/>
            <ac:spMk id="2" creationId="{D778EC3F-161D-C61A-1AA0-8EA374B0B528}"/>
          </ac:spMkLst>
        </pc:spChg>
        <pc:graphicFrameChg chg="add mod modGraphic">
          <ac:chgData name="shanmuk sai srinivas" userId="c1b44e370da95be1" providerId="LiveId" clId="{9F8E2EC8-786B-4FEC-A1F4-D78D3F2A3CF2}" dt="2025-11-09T09:29:57.799" v="762" actId="14100"/>
          <ac:graphicFrameMkLst>
            <pc:docMk/>
            <pc:sldMk cId="251097109" sldId="259"/>
            <ac:graphicFrameMk id="3" creationId="{F5F2FA78-21FB-4D90-BB7C-618960284202}"/>
          </ac:graphicFrameMkLst>
        </pc:graphicFrameChg>
      </pc:sldChg>
      <pc:sldChg chg="modSp del mod">
        <pc:chgData name="shanmuk sai srinivas" userId="c1b44e370da95be1" providerId="LiveId" clId="{9F8E2EC8-786B-4FEC-A1F4-D78D3F2A3CF2}" dt="2025-11-09T09:28:32.567" v="751" actId="47"/>
        <pc:sldMkLst>
          <pc:docMk/>
          <pc:sldMk cId="2167418866" sldId="259"/>
        </pc:sldMkLst>
        <pc:spChg chg="mod">
          <ac:chgData name="shanmuk sai srinivas" userId="c1b44e370da95be1" providerId="LiveId" clId="{9F8E2EC8-786B-4FEC-A1F4-D78D3F2A3CF2}" dt="2025-11-09T09:28:15.314" v="750" actId="27636"/>
          <ac:spMkLst>
            <pc:docMk/>
            <pc:sldMk cId="2167418866" sldId="259"/>
            <ac:spMk id="2" creationId="{C96CB454-F5EC-FED6-8F55-5547644368D6}"/>
          </ac:spMkLst>
        </pc:spChg>
        <pc:spChg chg="mod">
          <ac:chgData name="shanmuk sai srinivas" userId="c1b44e370da95be1" providerId="LiveId" clId="{9F8E2EC8-786B-4FEC-A1F4-D78D3F2A3CF2}" dt="2025-11-09T09:27:27.094" v="746" actId="27636"/>
          <ac:spMkLst>
            <pc:docMk/>
            <pc:sldMk cId="2167418866" sldId="259"/>
            <ac:spMk id="3" creationId="{41F331FA-9856-4B3E-3338-A501B2789E28}"/>
          </ac:spMkLst>
        </pc:spChg>
      </pc:sldChg>
      <pc:sldChg chg="addSp delSp modSp new mod">
        <pc:chgData name="shanmuk sai srinivas" userId="c1b44e370da95be1" providerId="LiveId" clId="{9F8E2EC8-786B-4FEC-A1F4-D78D3F2A3CF2}" dt="2025-11-09T09:48:18.981" v="955" actId="14100"/>
        <pc:sldMkLst>
          <pc:docMk/>
          <pc:sldMk cId="872676559" sldId="260"/>
        </pc:sldMkLst>
        <pc:spChg chg="add mod">
          <ac:chgData name="shanmuk sai srinivas" userId="c1b44e370da95be1" providerId="LiveId" clId="{9F8E2EC8-786B-4FEC-A1F4-D78D3F2A3CF2}" dt="2025-11-09T09:42:40.771" v="928" actId="1076"/>
          <ac:spMkLst>
            <pc:docMk/>
            <pc:sldMk cId="872676559" sldId="260"/>
            <ac:spMk id="2" creationId="{65F09844-243C-F60B-EC65-AA40B1F04FC1}"/>
          </ac:spMkLst>
        </pc:spChg>
        <pc:graphicFrameChg chg="add del mod modGraphic">
          <ac:chgData name="shanmuk sai srinivas" userId="c1b44e370da95be1" providerId="LiveId" clId="{9F8E2EC8-786B-4FEC-A1F4-D78D3F2A3CF2}" dt="2025-11-09T09:41:18.521" v="923" actId="478"/>
          <ac:graphicFrameMkLst>
            <pc:docMk/>
            <pc:sldMk cId="872676559" sldId="260"/>
            <ac:graphicFrameMk id="3" creationId="{8822D8FE-9847-B5B6-B408-8D4C52B3A750}"/>
          </ac:graphicFrameMkLst>
        </pc:graphicFrameChg>
        <pc:graphicFrameChg chg="add del mod modGraphic">
          <ac:chgData name="shanmuk sai srinivas" userId="c1b44e370da95be1" providerId="LiveId" clId="{9F8E2EC8-786B-4FEC-A1F4-D78D3F2A3CF2}" dt="2025-11-09T09:43:05.338" v="935" actId="478"/>
          <ac:graphicFrameMkLst>
            <pc:docMk/>
            <pc:sldMk cId="872676559" sldId="260"/>
            <ac:graphicFrameMk id="4" creationId="{6F72A585-1927-EE78-C996-DA7AE72F5D56}"/>
          </ac:graphicFrameMkLst>
        </pc:graphicFrameChg>
        <pc:graphicFrameChg chg="add mod modGraphic">
          <ac:chgData name="shanmuk sai srinivas" userId="c1b44e370da95be1" providerId="LiveId" clId="{9F8E2EC8-786B-4FEC-A1F4-D78D3F2A3CF2}" dt="2025-11-09T09:48:18.981" v="955" actId="14100"/>
          <ac:graphicFrameMkLst>
            <pc:docMk/>
            <pc:sldMk cId="872676559" sldId="260"/>
            <ac:graphicFrameMk id="5" creationId="{4A0E4AB1-CC51-186D-9C0F-7C9799FD3621}"/>
          </ac:graphicFrameMkLst>
        </pc:graphicFrameChg>
      </pc:sldChg>
      <pc:sldChg chg="del">
        <pc:chgData name="shanmuk sai srinivas" userId="c1b44e370da95be1" providerId="LiveId" clId="{9F8E2EC8-786B-4FEC-A1F4-D78D3F2A3CF2}" dt="2025-11-09T09:28:34.832" v="752" actId="47"/>
        <pc:sldMkLst>
          <pc:docMk/>
          <pc:sldMk cId="1026787199" sldId="260"/>
        </pc:sldMkLst>
      </pc:sldChg>
      <pc:sldChg chg="addSp delSp modSp new del mod">
        <pc:chgData name="shanmuk sai srinivas" userId="c1b44e370da95be1" providerId="LiveId" clId="{9F8E2EC8-786B-4FEC-A1F4-D78D3F2A3CF2}" dt="2025-11-09T09:38:01.231" v="858" actId="47"/>
        <pc:sldMkLst>
          <pc:docMk/>
          <pc:sldMk cId="2188953306" sldId="260"/>
        </pc:sldMkLst>
        <pc:spChg chg="add del mod">
          <ac:chgData name="shanmuk sai srinivas" userId="c1b44e370da95be1" providerId="LiveId" clId="{9F8E2EC8-786B-4FEC-A1F4-D78D3F2A3CF2}" dt="2025-11-09T09:36:55.294" v="851"/>
          <ac:spMkLst>
            <pc:docMk/>
            <pc:sldMk cId="2188953306" sldId="260"/>
            <ac:spMk id="2" creationId="{873465C0-E688-5944-8B53-5161CEA724EA}"/>
          </ac:spMkLst>
        </pc:spChg>
        <pc:spChg chg="add del mod">
          <ac:chgData name="shanmuk sai srinivas" userId="c1b44e370da95be1" providerId="LiveId" clId="{9F8E2EC8-786B-4FEC-A1F4-D78D3F2A3CF2}" dt="2025-11-09T09:38:00.747" v="857"/>
          <ac:spMkLst>
            <pc:docMk/>
            <pc:sldMk cId="2188953306" sldId="260"/>
            <ac:spMk id="4" creationId="{B91575B4-A416-4A99-5365-08626A70A02F}"/>
          </ac:spMkLst>
        </pc:spChg>
      </pc:sldChg>
      <pc:sldChg chg="addSp modSp new del mod">
        <pc:chgData name="shanmuk sai srinivas" userId="c1b44e370da95be1" providerId="LiveId" clId="{9F8E2EC8-786B-4FEC-A1F4-D78D3F2A3CF2}" dt="2025-11-09T09:34:40.036" v="808" actId="47"/>
        <pc:sldMkLst>
          <pc:docMk/>
          <pc:sldMk cId="2817102285" sldId="260"/>
        </pc:sldMkLst>
        <pc:spChg chg="mod">
          <ac:chgData name="shanmuk sai srinivas" userId="c1b44e370da95be1" providerId="LiveId" clId="{9F8E2EC8-786B-4FEC-A1F4-D78D3F2A3CF2}" dt="2025-11-09T09:34:35.331" v="807" actId="20577"/>
          <ac:spMkLst>
            <pc:docMk/>
            <pc:sldMk cId="2817102285" sldId="260"/>
            <ac:spMk id="2" creationId="{7782658D-1A81-A98B-D623-1C22E3990CD2}"/>
          </ac:spMkLst>
        </pc:spChg>
        <pc:spChg chg="add mod">
          <ac:chgData name="shanmuk sai srinivas" userId="c1b44e370da95be1" providerId="LiveId" clId="{9F8E2EC8-786B-4FEC-A1F4-D78D3F2A3CF2}" dt="2025-11-09T09:30:28.442" v="765"/>
          <ac:spMkLst>
            <pc:docMk/>
            <pc:sldMk cId="2817102285" sldId="260"/>
            <ac:spMk id="4" creationId="{4C3F412D-B7D3-D70E-4B87-9DCEA54518B7}"/>
          </ac:spMkLst>
        </pc:spChg>
        <pc:spChg chg="add mod">
          <ac:chgData name="shanmuk sai srinivas" userId="c1b44e370da95be1" providerId="LiveId" clId="{9F8E2EC8-786B-4FEC-A1F4-D78D3F2A3CF2}" dt="2025-11-09T09:30:28.442" v="765"/>
          <ac:spMkLst>
            <pc:docMk/>
            <pc:sldMk cId="2817102285" sldId="260"/>
            <ac:spMk id="5" creationId="{E92458FA-52E7-0370-0973-ACC2C8C143D7}"/>
          </ac:spMkLst>
        </pc:spChg>
        <pc:spChg chg="add mod">
          <ac:chgData name="shanmuk sai srinivas" userId="c1b44e370da95be1" providerId="LiveId" clId="{9F8E2EC8-786B-4FEC-A1F4-D78D3F2A3CF2}" dt="2025-11-09T09:30:28.442" v="765"/>
          <ac:spMkLst>
            <pc:docMk/>
            <pc:sldMk cId="2817102285" sldId="260"/>
            <ac:spMk id="6" creationId="{BA1B9EC2-7273-5BC2-F52A-2625EBA3867D}"/>
          </ac:spMkLst>
        </pc:spChg>
        <pc:spChg chg="add mod">
          <ac:chgData name="shanmuk sai srinivas" userId="c1b44e370da95be1" providerId="LiveId" clId="{9F8E2EC8-786B-4FEC-A1F4-D78D3F2A3CF2}" dt="2025-11-09T09:30:28.442" v="765"/>
          <ac:spMkLst>
            <pc:docMk/>
            <pc:sldMk cId="2817102285" sldId="260"/>
            <ac:spMk id="7" creationId="{F0C5EF64-67D1-E82D-A08E-84FCAD600FC1}"/>
          </ac:spMkLst>
        </pc:spChg>
        <pc:spChg chg="add mod">
          <ac:chgData name="shanmuk sai srinivas" userId="c1b44e370da95be1" providerId="LiveId" clId="{9F8E2EC8-786B-4FEC-A1F4-D78D3F2A3CF2}" dt="2025-11-09T09:30:28.442" v="765"/>
          <ac:spMkLst>
            <pc:docMk/>
            <pc:sldMk cId="2817102285" sldId="260"/>
            <ac:spMk id="8" creationId="{E0D34E2C-28B5-2298-A1DB-64DC60DD8BE7}"/>
          </ac:spMkLst>
        </pc:spChg>
        <pc:spChg chg="add mod">
          <ac:chgData name="shanmuk sai srinivas" userId="c1b44e370da95be1" providerId="LiveId" clId="{9F8E2EC8-786B-4FEC-A1F4-D78D3F2A3CF2}" dt="2025-11-09T09:30:31.384" v="767"/>
          <ac:spMkLst>
            <pc:docMk/>
            <pc:sldMk cId="2817102285" sldId="260"/>
            <ac:spMk id="10" creationId="{A81DBF83-B59E-7FBF-45EA-8AB1F11103E2}"/>
          </ac:spMkLst>
        </pc:spChg>
        <pc:spChg chg="add mod">
          <ac:chgData name="shanmuk sai srinivas" userId="c1b44e370da95be1" providerId="LiveId" clId="{9F8E2EC8-786B-4FEC-A1F4-D78D3F2A3CF2}" dt="2025-11-09T09:30:31.384" v="767"/>
          <ac:spMkLst>
            <pc:docMk/>
            <pc:sldMk cId="2817102285" sldId="260"/>
            <ac:spMk id="11" creationId="{D42DD3D2-9DC4-9F0E-9CE8-79DCEF4B7DD9}"/>
          </ac:spMkLst>
        </pc:spChg>
        <pc:spChg chg="add mod">
          <ac:chgData name="shanmuk sai srinivas" userId="c1b44e370da95be1" providerId="LiveId" clId="{9F8E2EC8-786B-4FEC-A1F4-D78D3F2A3CF2}" dt="2025-11-09T09:30:31.384" v="767"/>
          <ac:spMkLst>
            <pc:docMk/>
            <pc:sldMk cId="2817102285" sldId="260"/>
            <ac:spMk id="12" creationId="{594E9C5E-AF17-AE6A-32E7-0E755230A5FB}"/>
          </ac:spMkLst>
        </pc:spChg>
        <pc:spChg chg="add mod">
          <ac:chgData name="shanmuk sai srinivas" userId="c1b44e370da95be1" providerId="LiveId" clId="{9F8E2EC8-786B-4FEC-A1F4-D78D3F2A3CF2}" dt="2025-11-09T09:30:31.384" v="767"/>
          <ac:spMkLst>
            <pc:docMk/>
            <pc:sldMk cId="2817102285" sldId="260"/>
            <ac:spMk id="13" creationId="{6DE50CC2-C3B0-63EB-D2F3-EE81D482C37B}"/>
          </ac:spMkLst>
        </pc:spChg>
        <pc:spChg chg="add mod">
          <ac:chgData name="shanmuk sai srinivas" userId="c1b44e370da95be1" providerId="LiveId" clId="{9F8E2EC8-786B-4FEC-A1F4-D78D3F2A3CF2}" dt="2025-11-09T09:30:31.384" v="767"/>
          <ac:spMkLst>
            <pc:docMk/>
            <pc:sldMk cId="2817102285" sldId="260"/>
            <ac:spMk id="14" creationId="{0107086F-DD69-8FCA-253D-457FE51BE170}"/>
          </ac:spMkLst>
        </pc:spChg>
        <pc:spChg chg="add mod">
          <ac:chgData name="shanmuk sai srinivas" userId="c1b44e370da95be1" providerId="LiveId" clId="{9F8E2EC8-786B-4FEC-A1F4-D78D3F2A3CF2}" dt="2025-11-09T09:31:04.046" v="776"/>
          <ac:spMkLst>
            <pc:docMk/>
            <pc:sldMk cId="2817102285" sldId="260"/>
            <ac:spMk id="16" creationId="{8910C582-3539-B2CE-8951-EB1D22C2B078}"/>
          </ac:spMkLst>
        </pc:spChg>
        <pc:spChg chg="add mod">
          <ac:chgData name="shanmuk sai srinivas" userId="c1b44e370da95be1" providerId="LiveId" clId="{9F8E2EC8-786B-4FEC-A1F4-D78D3F2A3CF2}" dt="2025-11-09T09:31:04.046" v="776"/>
          <ac:spMkLst>
            <pc:docMk/>
            <pc:sldMk cId="2817102285" sldId="260"/>
            <ac:spMk id="17" creationId="{23EB37C9-96F2-4D73-4013-84BADBF3F89A}"/>
          </ac:spMkLst>
        </pc:spChg>
        <pc:spChg chg="add mod">
          <ac:chgData name="shanmuk sai srinivas" userId="c1b44e370da95be1" providerId="LiveId" clId="{9F8E2EC8-786B-4FEC-A1F4-D78D3F2A3CF2}" dt="2025-11-09T09:31:04.046" v="776"/>
          <ac:spMkLst>
            <pc:docMk/>
            <pc:sldMk cId="2817102285" sldId="260"/>
            <ac:spMk id="18" creationId="{5EF0AC3D-04D0-5531-E113-778397D9B988}"/>
          </ac:spMkLst>
        </pc:spChg>
        <pc:spChg chg="add mod">
          <ac:chgData name="shanmuk sai srinivas" userId="c1b44e370da95be1" providerId="LiveId" clId="{9F8E2EC8-786B-4FEC-A1F4-D78D3F2A3CF2}" dt="2025-11-09T09:31:04.046" v="776"/>
          <ac:spMkLst>
            <pc:docMk/>
            <pc:sldMk cId="2817102285" sldId="260"/>
            <ac:spMk id="19" creationId="{434632A6-5992-23C0-3E25-4FCD720C2D4C}"/>
          </ac:spMkLst>
        </pc:spChg>
        <pc:spChg chg="add mod">
          <ac:chgData name="shanmuk sai srinivas" userId="c1b44e370da95be1" providerId="LiveId" clId="{9F8E2EC8-786B-4FEC-A1F4-D78D3F2A3CF2}" dt="2025-11-09T09:31:04.046" v="776"/>
          <ac:spMkLst>
            <pc:docMk/>
            <pc:sldMk cId="2817102285" sldId="260"/>
            <ac:spMk id="20" creationId="{F1799B99-B525-0755-2B84-807D37DDFFF7}"/>
          </ac:spMkLst>
        </pc:spChg>
        <pc:graphicFrameChg chg="add mod">
          <ac:chgData name="shanmuk sai srinivas" userId="c1b44e370da95be1" providerId="LiveId" clId="{9F8E2EC8-786B-4FEC-A1F4-D78D3F2A3CF2}" dt="2025-11-09T09:30:26.014" v="764"/>
          <ac:graphicFrameMkLst>
            <pc:docMk/>
            <pc:sldMk cId="2817102285" sldId="260"/>
            <ac:graphicFrameMk id="3" creationId="{832B60B0-2397-927A-FA7D-C02106DF0C68}"/>
          </ac:graphicFrameMkLst>
        </pc:graphicFrameChg>
        <pc:graphicFrameChg chg="add mod">
          <ac:chgData name="shanmuk sai srinivas" userId="c1b44e370da95be1" providerId="LiveId" clId="{9F8E2EC8-786B-4FEC-A1F4-D78D3F2A3CF2}" dt="2025-11-09T09:30:30.269" v="766"/>
          <ac:graphicFrameMkLst>
            <pc:docMk/>
            <pc:sldMk cId="2817102285" sldId="260"/>
            <ac:graphicFrameMk id="9" creationId="{1F60C476-65DC-E654-D451-C5624F4812A1}"/>
          </ac:graphicFrameMkLst>
        </pc:graphicFrameChg>
        <pc:graphicFrameChg chg="add mod">
          <ac:chgData name="shanmuk sai srinivas" userId="c1b44e370da95be1" providerId="LiveId" clId="{9F8E2EC8-786B-4FEC-A1F4-D78D3F2A3CF2}" dt="2025-11-09T09:31:02.454" v="775"/>
          <ac:graphicFrameMkLst>
            <pc:docMk/>
            <pc:sldMk cId="2817102285" sldId="260"/>
            <ac:graphicFrameMk id="15" creationId="{31E23976-0E72-CE25-84D4-E27243443B63}"/>
          </ac:graphicFrameMkLst>
        </pc:graphicFrameChg>
        <pc:graphicFrameChg chg="add mod">
          <ac:chgData name="shanmuk sai srinivas" userId="c1b44e370da95be1" providerId="LiveId" clId="{9F8E2EC8-786B-4FEC-A1F4-D78D3F2A3CF2}" dt="2025-11-09T09:31:42.501" v="781"/>
          <ac:graphicFrameMkLst>
            <pc:docMk/>
            <pc:sldMk cId="2817102285" sldId="260"/>
            <ac:graphicFrameMk id="21" creationId="{2191DB35-2737-782E-3A8D-266E981B2E4B}"/>
          </ac:graphicFrameMkLst>
        </pc:graphicFrameChg>
      </pc:sldChg>
      <pc:sldChg chg="addSp modSp new mod">
        <pc:chgData name="shanmuk sai srinivas" userId="c1b44e370da95be1" providerId="LiveId" clId="{9F8E2EC8-786B-4FEC-A1F4-D78D3F2A3CF2}" dt="2025-11-09T09:51:33.085" v="977" actId="14100"/>
        <pc:sldMkLst>
          <pc:docMk/>
          <pc:sldMk cId="2802661815" sldId="261"/>
        </pc:sldMkLst>
        <pc:spChg chg="add mod">
          <ac:chgData name="shanmuk sai srinivas" userId="c1b44e370da95be1" providerId="LiveId" clId="{9F8E2EC8-786B-4FEC-A1F4-D78D3F2A3CF2}" dt="2025-11-09T09:51:03.636" v="972" actId="14100"/>
          <ac:spMkLst>
            <pc:docMk/>
            <pc:sldMk cId="2802661815" sldId="261"/>
            <ac:spMk id="2" creationId="{F1345ECD-5B2E-F915-D62B-3CE56EAC433B}"/>
          </ac:spMkLst>
        </pc:spChg>
        <pc:graphicFrameChg chg="add mod modGraphic">
          <ac:chgData name="shanmuk sai srinivas" userId="c1b44e370da95be1" providerId="LiveId" clId="{9F8E2EC8-786B-4FEC-A1F4-D78D3F2A3CF2}" dt="2025-11-09T09:51:33.085" v="977" actId="14100"/>
          <ac:graphicFrameMkLst>
            <pc:docMk/>
            <pc:sldMk cId="2802661815" sldId="261"/>
            <ac:graphicFrameMk id="3" creationId="{F884CA89-BBF4-E4FC-CA92-36792B53AD33}"/>
          </ac:graphicFrameMkLst>
        </pc:graphicFrameChg>
      </pc:sldChg>
      <pc:sldChg chg="addSp modSp new mod">
        <pc:chgData name="shanmuk sai srinivas" userId="c1b44e370da95be1" providerId="LiveId" clId="{9F8E2EC8-786B-4FEC-A1F4-D78D3F2A3CF2}" dt="2025-11-09T15:27:48.537" v="1128" actId="1076"/>
        <pc:sldMkLst>
          <pc:docMk/>
          <pc:sldMk cId="2505740019" sldId="262"/>
        </pc:sldMkLst>
        <pc:spChg chg="add mod">
          <ac:chgData name="shanmuk sai srinivas" userId="c1b44e370da95be1" providerId="LiveId" clId="{9F8E2EC8-786B-4FEC-A1F4-D78D3F2A3CF2}" dt="2025-11-09T15:27:48.537" v="1128" actId="1076"/>
          <ac:spMkLst>
            <pc:docMk/>
            <pc:sldMk cId="2505740019" sldId="262"/>
            <ac:spMk id="2" creationId="{63F97F8F-42AD-4FAC-0F7B-47ED4787D1AA}"/>
          </ac:spMkLst>
        </pc:spChg>
        <pc:spChg chg="add mod">
          <ac:chgData name="shanmuk sai srinivas" userId="c1b44e370da95be1" providerId="LiveId" clId="{9F8E2EC8-786B-4FEC-A1F4-D78D3F2A3CF2}" dt="2025-11-09T15:25:23.327" v="1113" actId="5793"/>
          <ac:spMkLst>
            <pc:docMk/>
            <pc:sldMk cId="2505740019" sldId="262"/>
            <ac:spMk id="3" creationId="{CA9D50FC-9B90-E92E-1923-D8A19B113233}"/>
          </ac:spMkLst>
        </pc:spChg>
        <pc:spChg chg="add">
          <ac:chgData name="shanmuk sai srinivas" userId="c1b44e370da95be1" providerId="LiveId" clId="{9F8E2EC8-786B-4FEC-A1F4-D78D3F2A3CF2}" dt="2025-11-09T15:20:52.572" v="995"/>
          <ac:spMkLst>
            <pc:docMk/>
            <pc:sldMk cId="2505740019" sldId="262"/>
            <ac:spMk id="4" creationId="{81568729-0BE1-AB47-4FCA-6EC462C42771}"/>
          </ac:spMkLst>
        </pc:spChg>
        <pc:spChg chg="add">
          <ac:chgData name="shanmuk sai srinivas" userId="c1b44e370da95be1" providerId="LiveId" clId="{9F8E2EC8-786B-4FEC-A1F4-D78D3F2A3CF2}" dt="2025-11-09T15:21:00.082" v="1002"/>
          <ac:spMkLst>
            <pc:docMk/>
            <pc:sldMk cId="2505740019" sldId="262"/>
            <ac:spMk id="5" creationId="{1D605C2D-73B9-C574-7C70-F727F392DE68}"/>
          </ac:spMkLst>
        </pc:spChg>
        <pc:spChg chg="add">
          <ac:chgData name="shanmuk sai srinivas" userId="c1b44e370da95be1" providerId="LiveId" clId="{9F8E2EC8-786B-4FEC-A1F4-D78D3F2A3CF2}" dt="2025-11-09T15:21:02.829" v="1006"/>
          <ac:spMkLst>
            <pc:docMk/>
            <pc:sldMk cId="2505740019" sldId="262"/>
            <ac:spMk id="6" creationId="{81651E39-C1F0-B404-8786-8D02052138B2}"/>
          </ac:spMkLst>
        </pc:spChg>
        <pc:spChg chg="add">
          <ac:chgData name="shanmuk sai srinivas" userId="c1b44e370da95be1" providerId="LiveId" clId="{9F8E2EC8-786B-4FEC-A1F4-D78D3F2A3CF2}" dt="2025-11-09T15:21:41.918" v="1013"/>
          <ac:spMkLst>
            <pc:docMk/>
            <pc:sldMk cId="2505740019" sldId="262"/>
            <ac:spMk id="7" creationId="{A9776875-9728-03AC-5684-0E677071855F}"/>
          </ac:spMkLst>
        </pc:spChg>
        <pc:spChg chg="add mod">
          <ac:chgData name="shanmuk sai srinivas" userId="c1b44e370da95be1" providerId="LiveId" clId="{9F8E2EC8-786B-4FEC-A1F4-D78D3F2A3CF2}" dt="2025-11-09T15:22:09.786" v="1079" actId="1036"/>
          <ac:spMkLst>
            <pc:docMk/>
            <pc:sldMk cId="2505740019" sldId="262"/>
            <ac:spMk id="8" creationId="{56606F24-336D-FD7A-E089-EE004D3E0C51}"/>
          </ac:spMkLst>
        </pc:spChg>
        <pc:spChg chg="add">
          <ac:chgData name="shanmuk sai srinivas" userId="c1b44e370da95be1" providerId="LiveId" clId="{9F8E2EC8-786B-4FEC-A1F4-D78D3F2A3CF2}" dt="2025-11-09T15:22:28.222" v="1080"/>
          <ac:spMkLst>
            <pc:docMk/>
            <pc:sldMk cId="2505740019" sldId="262"/>
            <ac:spMk id="9" creationId="{7F6C7361-2420-172F-9CBC-C901E76EF4FC}"/>
          </ac:spMkLst>
        </pc:spChg>
      </pc:sldChg>
      <pc:sldChg chg="addSp modSp new mod">
        <pc:chgData name="shanmuk sai srinivas" userId="c1b44e370da95be1" providerId="LiveId" clId="{9F8E2EC8-786B-4FEC-A1F4-D78D3F2A3CF2}" dt="2025-11-09T15:46:17.901" v="1153" actId="1076"/>
        <pc:sldMkLst>
          <pc:docMk/>
          <pc:sldMk cId="2045719196" sldId="263"/>
        </pc:sldMkLst>
        <pc:spChg chg="add mod">
          <ac:chgData name="shanmuk sai srinivas" userId="c1b44e370da95be1" providerId="LiveId" clId="{9F8E2EC8-786B-4FEC-A1F4-D78D3F2A3CF2}" dt="2025-11-09T15:40:44.894" v="1152" actId="14100"/>
          <ac:spMkLst>
            <pc:docMk/>
            <pc:sldMk cId="2045719196" sldId="263"/>
            <ac:spMk id="2" creationId="{7A485F7C-45DB-CE36-796F-1A02A1B560FD}"/>
          </ac:spMkLst>
        </pc:spChg>
        <pc:spChg chg="add mod">
          <ac:chgData name="shanmuk sai srinivas" userId="c1b44e370da95be1" providerId="LiveId" clId="{9F8E2EC8-786B-4FEC-A1F4-D78D3F2A3CF2}" dt="2025-11-09T15:46:17.901" v="1153" actId="1076"/>
          <ac:spMkLst>
            <pc:docMk/>
            <pc:sldMk cId="2045719196" sldId="263"/>
            <ac:spMk id="3" creationId="{B91495C7-59D7-478B-29A2-7B5BCE167282}"/>
          </ac:spMkLst>
        </pc:spChg>
      </pc:sldChg>
      <pc:sldChg chg="addSp modSp new mod">
        <pc:chgData name="shanmuk sai srinivas" userId="c1b44e370da95be1" providerId="LiveId" clId="{9F8E2EC8-786B-4FEC-A1F4-D78D3F2A3CF2}" dt="2025-11-09T16:06:14.826" v="1175" actId="14100"/>
        <pc:sldMkLst>
          <pc:docMk/>
          <pc:sldMk cId="1583984156" sldId="264"/>
        </pc:sldMkLst>
        <pc:spChg chg="add mod">
          <ac:chgData name="shanmuk sai srinivas" userId="c1b44e370da95be1" providerId="LiveId" clId="{9F8E2EC8-786B-4FEC-A1F4-D78D3F2A3CF2}" dt="2025-11-09T16:05:57.385" v="1173" actId="1076"/>
          <ac:spMkLst>
            <pc:docMk/>
            <pc:sldMk cId="1583984156" sldId="264"/>
            <ac:spMk id="2" creationId="{AD4CEECF-92C2-7208-FF65-54E03151BC4F}"/>
          </ac:spMkLst>
        </pc:spChg>
        <pc:spChg chg="add mod">
          <ac:chgData name="shanmuk sai srinivas" userId="c1b44e370da95be1" providerId="LiveId" clId="{9F8E2EC8-786B-4FEC-A1F4-D78D3F2A3CF2}" dt="2025-11-09T16:06:14.826" v="1175" actId="14100"/>
          <ac:spMkLst>
            <pc:docMk/>
            <pc:sldMk cId="1583984156" sldId="264"/>
            <ac:spMk id="3" creationId="{38FB25B0-ED64-9B07-F296-54688F0F60BF}"/>
          </ac:spMkLst>
        </pc:spChg>
      </pc:sldChg>
      <pc:sldChg chg="addSp modSp new mod">
        <pc:chgData name="shanmuk sai srinivas" userId="c1b44e370da95be1" providerId="LiveId" clId="{9F8E2EC8-786B-4FEC-A1F4-D78D3F2A3CF2}" dt="2025-11-09T16:06:35.099" v="1178" actId="20577"/>
        <pc:sldMkLst>
          <pc:docMk/>
          <pc:sldMk cId="1632183252" sldId="265"/>
        </pc:sldMkLst>
        <pc:spChg chg="add mod">
          <ac:chgData name="shanmuk sai srinivas" userId="c1b44e370da95be1" providerId="LiveId" clId="{9F8E2EC8-786B-4FEC-A1F4-D78D3F2A3CF2}" dt="2025-11-09T16:06:35.099" v="1178" actId="20577"/>
          <ac:spMkLst>
            <pc:docMk/>
            <pc:sldMk cId="1632183252" sldId="265"/>
            <ac:spMk id="3" creationId="{A1C86885-A001-6A3C-D733-812C04AB8748}"/>
          </ac:spMkLst>
        </pc:spChg>
      </pc:sldChg>
      <pc:sldChg chg="addSp delSp modSp new mod">
        <pc:chgData name="shanmuk sai srinivas" userId="c1b44e370da95be1" providerId="LiveId" clId="{9F8E2EC8-786B-4FEC-A1F4-D78D3F2A3CF2}" dt="2025-11-09T16:44:29.470" v="1591" actId="5793"/>
        <pc:sldMkLst>
          <pc:docMk/>
          <pc:sldMk cId="1101811125" sldId="266"/>
        </pc:sldMkLst>
        <pc:spChg chg="add del mod">
          <ac:chgData name="shanmuk sai srinivas" userId="c1b44e370da95be1" providerId="LiveId" clId="{9F8E2EC8-786B-4FEC-A1F4-D78D3F2A3CF2}" dt="2025-11-09T16:08:14.384" v="1183"/>
          <ac:spMkLst>
            <pc:docMk/>
            <pc:sldMk cId="1101811125" sldId="266"/>
            <ac:spMk id="2" creationId="{0E161A38-9889-C2CE-3685-497C32A24B22}"/>
          </ac:spMkLst>
        </pc:spChg>
        <pc:spChg chg="add mod">
          <ac:chgData name="shanmuk sai srinivas" userId="c1b44e370da95be1" providerId="LiveId" clId="{9F8E2EC8-786B-4FEC-A1F4-D78D3F2A3CF2}" dt="2025-11-09T16:31:35.759" v="1188" actId="255"/>
          <ac:spMkLst>
            <pc:docMk/>
            <pc:sldMk cId="1101811125" sldId="266"/>
            <ac:spMk id="3" creationId="{DA021143-BFCA-C9D7-6DB2-6BA5DBD313E5}"/>
          </ac:spMkLst>
        </pc:spChg>
        <pc:spChg chg="add mod">
          <ac:chgData name="shanmuk sai srinivas" userId="c1b44e370da95be1" providerId="LiveId" clId="{9F8E2EC8-786B-4FEC-A1F4-D78D3F2A3CF2}" dt="2025-11-09T16:44:29.470" v="1591" actId="5793"/>
          <ac:spMkLst>
            <pc:docMk/>
            <pc:sldMk cId="1101811125" sldId="266"/>
            <ac:spMk id="4" creationId="{75DAB146-FECD-29AB-83B4-205878504592}"/>
          </ac:spMkLst>
        </pc:spChg>
      </pc:sldChg>
      <pc:sldChg chg="addSp delSp modSp new mod">
        <pc:chgData name="shanmuk sai srinivas" userId="c1b44e370da95be1" providerId="LiveId" clId="{9F8E2EC8-786B-4FEC-A1F4-D78D3F2A3CF2}" dt="2025-11-09T16:49:19.705" v="1630" actId="1035"/>
        <pc:sldMkLst>
          <pc:docMk/>
          <pc:sldMk cId="85001269" sldId="267"/>
        </pc:sldMkLst>
        <pc:spChg chg="add mod">
          <ac:chgData name="shanmuk sai srinivas" userId="c1b44e370da95be1" providerId="LiveId" clId="{9F8E2EC8-786B-4FEC-A1F4-D78D3F2A3CF2}" dt="2025-11-09T16:49:19.705" v="1630" actId="1035"/>
          <ac:spMkLst>
            <pc:docMk/>
            <pc:sldMk cId="85001269" sldId="267"/>
            <ac:spMk id="2" creationId="{CA628832-DE56-DB02-CC8E-4C08A6B7702E}"/>
          </ac:spMkLst>
        </pc:spChg>
        <pc:spChg chg="add del mod">
          <ac:chgData name="shanmuk sai srinivas" userId="c1b44e370da95be1" providerId="LiveId" clId="{9F8E2EC8-786B-4FEC-A1F4-D78D3F2A3CF2}" dt="2025-11-09T16:47:41.220" v="1615"/>
          <ac:spMkLst>
            <pc:docMk/>
            <pc:sldMk cId="85001269" sldId="267"/>
            <ac:spMk id="3" creationId="{A306FDCF-D822-4A52-5993-B4C71A8F2F5B}"/>
          </ac:spMkLst>
        </pc:spChg>
        <pc:graphicFrameChg chg="add mod modGraphic">
          <ac:chgData name="shanmuk sai srinivas" userId="c1b44e370da95be1" providerId="LiveId" clId="{9F8E2EC8-786B-4FEC-A1F4-D78D3F2A3CF2}" dt="2025-11-09T16:49:12.496" v="1626" actId="1076"/>
          <ac:graphicFrameMkLst>
            <pc:docMk/>
            <pc:sldMk cId="85001269" sldId="267"/>
            <ac:graphicFrameMk id="4" creationId="{FAFA62C5-100C-1CCB-3893-30C941C00C89}"/>
          </ac:graphicFrameMkLst>
        </pc:graphicFrameChg>
      </pc:sldChg>
      <pc:sldChg chg="addSp delSp modSp new mod">
        <pc:chgData name="shanmuk sai srinivas" userId="c1b44e370da95be1" providerId="LiveId" clId="{9F8E2EC8-786B-4FEC-A1F4-D78D3F2A3CF2}" dt="2025-11-09T17:12:13.790" v="1789" actId="20577"/>
        <pc:sldMkLst>
          <pc:docMk/>
          <pc:sldMk cId="764449189" sldId="268"/>
        </pc:sldMkLst>
        <pc:spChg chg="add mod">
          <ac:chgData name="shanmuk sai srinivas" userId="c1b44e370da95be1" providerId="LiveId" clId="{9F8E2EC8-786B-4FEC-A1F4-D78D3F2A3CF2}" dt="2025-11-09T17:06:13.121" v="1734" actId="113"/>
          <ac:spMkLst>
            <pc:docMk/>
            <pc:sldMk cId="764449189" sldId="268"/>
            <ac:spMk id="2" creationId="{116CD616-20A8-9039-0268-EBF2C62EB0AE}"/>
          </ac:spMkLst>
        </pc:spChg>
        <pc:spChg chg="add del mod">
          <ac:chgData name="shanmuk sai srinivas" userId="c1b44e370da95be1" providerId="LiveId" clId="{9F8E2EC8-786B-4FEC-A1F4-D78D3F2A3CF2}" dt="2025-11-09T16:58:29.638" v="1641"/>
          <ac:spMkLst>
            <pc:docMk/>
            <pc:sldMk cId="764449189" sldId="268"/>
            <ac:spMk id="3" creationId="{85188497-A541-F8F6-E62B-389907645745}"/>
          </ac:spMkLst>
        </pc:spChg>
        <pc:spChg chg="add mod">
          <ac:chgData name="shanmuk sai srinivas" userId="c1b44e370da95be1" providerId="LiveId" clId="{9F8E2EC8-786B-4FEC-A1F4-D78D3F2A3CF2}" dt="2025-11-09T16:58:29.634" v="1639"/>
          <ac:spMkLst>
            <pc:docMk/>
            <pc:sldMk cId="764449189" sldId="268"/>
            <ac:spMk id="5" creationId="{7D9A1BD0-E272-79CE-F3A3-49CC41DC7C8D}"/>
          </ac:spMkLst>
        </pc:spChg>
        <pc:spChg chg="add mod">
          <ac:chgData name="shanmuk sai srinivas" userId="c1b44e370da95be1" providerId="LiveId" clId="{9F8E2EC8-786B-4FEC-A1F4-D78D3F2A3CF2}" dt="2025-11-09T16:58:29.634" v="1639"/>
          <ac:spMkLst>
            <pc:docMk/>
            <pc:sldMk cId="764449189" sldId="268"/>
            <ac:spMk id="6" creationId="{1732D77A-73C7-607B-458B-6CAA9B2D404B}"/>
          </ac:spMkLst>
        </pc:spChg>
        <pc:spChg chg="add mod">
          <ac:chgData name="shanmuk sai srinivas" userId="c1b44e370da95be1" providerId="LiveId" clId="{9F8E2EC8-786B-4FEC-A1F4-D78D3F2A3CF2}" dt="2025-11-09T16:58:29.634" v="1639"/>
          <ac:spMkLst>
            <pc:docMk/>
            <pc:sldMk cId="764449189" sldId="268"/>
            <ac:spMk id="7" creationId="{4D3FECF2-D82C-29D5-6424-1642F2039D20}"/>
          </ac:spMkLst>
        </pc:spChg>
        <pc:spChg chg="add mod">
          <ac:chgData name="shanmuk sai srinivas" userId="c1b44e370da95be1" providerId="LiveId" clId="{9F8E2EC8-786B-4FEC-A1F4-D78D3F2A3CF2}" dt="2025-11-09T16:58:34.296" v="1643"/>
          <ac:spMkLst>
            <pc:docMk/>
            <pc:sldMk cId="764449189" sldId="268"/>
            <ac:spMk id="9" creationId="{7F938A91-DFE6-001E-EBBB-B66D9F8932BF}"/>
          </ac:spMkLst>
        </pc:spChg>
        <pc:spChg chg="add mod">
          <ac:chgData name="shanmuk sai srinivas" userId="c1b44e370da95be1" providerId="LiveId" clId="{9F8E2EC8-786B-4FEC-A1F4-D78D3F2A3CF2}" dt="2025-11-09T16:58:34.296" v="1643"/>
          <ac:spMkLst>
            <pc:docMk/>
            <pc:sldMk cId="764449189" sldId="268"/>
            <ac:spMk id="10" creationId="{C5C271DD-7886-FA71-EE45-0BA2E550591B}"/>
          </ac:spMkLst>
        </pc:spChg>
        <pc:spChg chg="add mod">
          <ac:chgData name="shanmuk sai srinivas" userId="c1b44e370da95be1" providerId="LiveId" clId="{9F8E2EC8-786B-4FEC-A1F4-D78D3F2A3CF2}" dt="2025-11-09T16:58:34.296" v="1643"/>
          <ac:spMkLst>
            <pc:docMk/>
            <pc:sldMk cId="764449189" sldId="268"/>
            <ac:spMk id="11" creationId="{9B292B4D-F550-D916-A1F3-AA03CEF0E0CD}"/>
          </ac:spMkLst>
        </pc:spChg>
        <pc:spChg chg="add mod">
          <ac:chgData name="shanmuk sai srinivas" userId="c1b44e370da95be1" providerId="LiveId" clId="{9F8E2EC8-786B-4FEC-A1F4-D78D3F2A3CF2}" dt="2025-11-09T17:08:53.807" v="1744" actId="1076"/>
          <ac:spMkLst>
            <pc:docMk/>
            <pc:sldMk cId="764449189" sldId="268"/>
            <ac:spMk id="13" creationId="{0FDEAB3B-6CEA-8BB9-C7CB-0AF6CD266D61}"/>
          </ac:spMkLst>
        </pc:spChg>
        <pc:spChg chg="add del mod">
          <ac:chgData name="shanmuk sai srinivas" userId="c1b44e370da95be1" providerId="LiveId" clId="{9F8E2EC8-786B-4FEC-A1F4-D78D3F2A3CF2}" dt="2025-11-09T16:59:56.430" v="1660" actId="478"/>
          <ac:spMkLst>
            <pc:docMk/>
            <pc:sldMk cId="764449189" sldId="268"/>
            <ac:spMk id="14" creationId="{B320F79E-A110-6EC9-D00B-056FEC073F64}"/>
          </ac:spMkLst>
        </pc:spChg>
        <pc:spChg chg="add mod">
          <ac:chgData name="shanmuk sai srinivas" userId="c1b44e370da95be1" providerId="LiveId" clId="{9F8E2EC8-786B-4FEC-A1F4-D78D3F2A3CF2}" dt="2025-11-09T17:07:28.643" v="1736"/>
          <ac:spMkLst>
            <pc:docMk/>
            <pc:sldMk cId="764449189" sldId="268"/>
            <ac:spMk id="19" creationId="{550BD464-3129-6C41-4EC0-CC57FFA44551}"/>
          </ac:spMkLst>
        </pc:spChg>
        <pc:spChg chg="add mod">
          <ac:chgData name="shanmuk sai srinivas" userId="c1b44e370da95be1" providerId="LiveId" clId="{9F8E2EC8-786B-4FEC-A1F4-D78D3F2A3CF2}" dt="2025-11-09T17:07:28.643" v="1736"/>
          <ac:spMkLst>
            <pc:docMk/>
            <pc:sldMk cId="764449189" sldId="268"/>
            <ac:spMk id="20" creationId="{D66E993D-8D6D-21D6-9067-17EE41FB7BAE}"/>
          </ac:spMkLst>
        </pc:spChg>
        <pc:spChg chg="add mod">
          <ac:chgData name="shanmuk sai srinivas" userId="c1b44e370da95be1" providerId="LiveId" clId="{9F8E2EC8-786B-4FEC-A1F4-D78D3F2A3CF2}" dt="2025-11-09T17:07:28.643" v="1736"/>
          <ac:spMkLst>
            <pc:docMk/>
            <pc:sldMk cId="764449189" sldId="268"/>
            <ac:spMk id="21" creationId="{F5737520-ECAF-F76F-4813-6777CFA376C3}"/>
          </ac:spMkLst>
        </pc:spChg>
        <pc:spChg chg="add mod">
          <ac:chgData name="shanmuk sai srinivas" userId="c1b44e370da95be1" providerId="LiveId" clId="{9F8E2EC8-786B-4FEC-A1F4-D78D3F2A3CF2}" dt="2025-11-09T17:07:28.643" v="1736"/>
          <ac:spMkLst>
            <pc:docMk/>
            <pc:sldMk cId="764449189" sldId="268"/>
            <ac:spMk id="22" creationId="{A2DBF2D3-7592-5696-AC7D-02FC98AC5177}"/>
          </ac:spMkLst>
        </pc:spChg>
        <pc:spChg chg="add mod">
          <ac:chgData name="shanmuk sai srinivas" userId="c1b44e370da95be1" providerId="LiveId" clId="{9F8E2EC8-786B-4FEC-A1F4-D78D3F2A3CF2}" dt="2025-11-09T17:07:28.643" v="1736"/>
          <ac:spMkLst>
            <pc:docMk/>
            <pc:sldMk cId="764449189" sldId="268"/>
            <ac:spMk id="23" creationId="{311369D3-7365-62A7-8AD1-FE49BBBFD33F}"/>
          </ac:spMkLst>
        </pc:spChg>
        <pc:spChg chg="add mod">
          <ac:chgData name="shanmuk sai srinivas" userId="c1b44e370da95be1" providerId="LiveId" clId="{9F8E2EC8-786B-4FEC-A1F4-D78D3F2A3CF2}" dt="2025-11-09T17:09:11.298" v="1747" actId="1076"/>
          <ac:spMkLst>
            <pc:docMk/>
            <pc:sldMk cId="764449189" sldId="268"/>
            <ac:spMk id="25" creationId="{B54A76D0-F1D3-4D13-961D-59561951E6D3}"/>
          </ac:spMkLst>
        </pc:spChg>
        <pc:graphicFrameChg chg="add mod">
          <ac:chgData name="shanmuk sai srinivas" userId="c1b44e370da95be1" providerId="LiveId" clId="{9F8E2EC8-786B-4FEC-A1F4-D78D3F2A3CF2}" dt="2025-11-09T16:58:28.796" v="1638" actId="1076"/>
          <ac:graphicFrameMkLst>
            <pc:docMk/>
            <pc:sldMk cId="764449189" sldId="268"/>
            <ac:graphicFrameMk id="4" creationId="{C44EA30B-0A27-4566-7CFE-53426218D858}"/>
          </ac:graphicFrameMkLst>
        </pc:graphicFrameChg>
        <pc:graphicFrameChg chg="add mod">
          <ac:chgData name="shanmuk sai srinivas" userId="c1b44e370da95be1" providerId="LiveId" clId="{9F8E2EC8-786B-4FEC-A1F4-D78D3F2A3CF2}" dt="2025-11-09T16:58:33.123" v="1642"/>
          <ac:graphicFrameMkLst>
            <pc:docMk/>
            <pc:sldMk cId="764449189" sldId="268"/>
            <ac:graphicFrameMk id="8" creationId="{DFFC54CF-E6DB-BC74-B69B-43FC05AA652F}"/>
          </ac:graphicFrameMkLst>
        </pc:graphicFrameChg>
        <pc:graphicFrameChg chg="add mod modGraphic">
          <ac:chgData name="shanmuk sai srinivas" userId="c1b44e370da95be1" providerId="LiveId" clId="{9F8E2EC8-786B-4FEC-A1F4-D78D3F2A3CF2}" dt="2025-11-09T17:09:00.492" v="1745" actId="1076"/>
          <ac:graphicFrameMkLst>
            <pc:docMk/>
            <pc:sldMk cId="764449189" sldId="268"/>
            <ac:graphicFrameMk id="15" creationId="{5F514E16-7B60-E908-E8F6-01FDDB9B9B65}"/>
          </ac:graphicFrameMkLst>
        </pc:graphicFrameChg>
        <pc:graphicFrameChg chg="add mod">
          <ac:chgData name="shanmuk sai srinivas" userId="c1b44e370da95be1" providerId="LiveId" clId="{9F8E2EC8-786B-4FEC-A1F4-D78D3F2A3CF2}" dt="2025-11-09T17:07:27.131" v="1735"/>
          <ac:graphicFrameMkLst>
            <pc:docMk/>
            <pc:sldMk cId="764449189" sldId="268"/>
            <ac:graphicFrameMk id="18" creationId="{33B13CFD-AB47-0A70-4FA4-DD3F760CC767}"/>
          </ac:graphicFrameMkLst>
        </pc:graphicFrameChg>
        <pc:graphicFrameChg chg="add mod modGraphic">
          <ac:chgData name="shanmuk sai srinivas" userId="c1b44e370da95be1" providerId="LiveId" clId="{9F8E2EC8-786B-4FEC-A1F4-D78D3F2A3CF2}" dt="2025-11-09T17:12:13.790" v="1789" actId="20577"/>
          <ac:graphicFrameMkLst>
            <pc:docMk/>
            <pc:sldMk cId="764449189" sldId="268"/>
            <ac:graphicFrameMk id="26" creationId="{3E925B13-9E8A-4E29-B9FD-195AF34B0485}"/>
          </ac:graphicFrameMkLst>
        </pc:graphicFrameChg>
        <pc:picChg chg="add mod">
          <ac:chgData name="shanmuk sai srinivas" userId="c1b44e370da95be1" providerId="LiveId" clId="{9F8E2EC8-786B-4FEC-A1F4-D78D3F2A3CF2}" dt="2025-11-09T17:09:07.336" v="1746" actId="1076"/>
          <ac:picMkLst>
            <pc:docMk/>
            <pc:sldMk cId="764449189" sldId="268"/>
            <ac:picMk id="17" creationId="{D46B97DC-827D-198C-955E-B9538AC85E3A}"/>
          </ac:picMkLst>
        </pc:picChg>
        <pc:picChg chg="add mod">
          <ac:chgData name="shanmuk sai srinivas" userId="c1b44e370da95be1" providerId="LiveId" clId="{9F8E2EC8-786B-4FEC-A1F4-D78D3F2A3CF2}" dt="2025-11-09T17:11:34.451" v="1774" actId="1038"/>
          <ac:picMkLst>
            <pc:docMk/>
            <pc:sldMk cId="764449189" sldId="268"/>
            <ac:picMk id="28" creationId="{A049C74E-559B-AFF0-F7DB-9DC0973A320F}"/>
          </ac:picMkLst>
        </pc:picChg>
      </pc:sldChg>
      <pc:sldChg chg="addSp modSp new mod">
        <pc:chgData name="shanmuk sai srinivas" userId="c1b44e370da95be1" providerId="LiveId" clId="{9F8E2EC8-786B-4FEC-A1F4-D78D3F2A3CF2}" dt="2025-11-09T17:27:00.297" v="1948" actId="14100"/>
        <pc:sldMkLst>
          <pc:docMk/>
          <pc:sldMk cId="3218665575" sldId="269"/>
        </pc:sldMkLst>
        <pc:spChg chg="add mod">
          <ac:chgData name="shanmuk sai srinivas" userId="c1b44e370da95be1" providerId="LiveId" clId="{9F8E2EC8-786B-4FEC-A1F4-D78D3F2A3CF2}" dt="2025-11-09T17:14:13.880" v="1815" actId="20577"/>
          <ac:spMkLst>
            <pc:docMk/>
            <pc:sldMk cId="3218665575" sldId="269"/>
            <ac:spMk id="3" creationId="{8BFD5ABF-8FD3-AC97-2934-960862105246}"/>
          </ac:spMkLst>
        </pc:spChg>
        <pc:graphicFrameChg chg="add mod modGraphic">
          <ac:chgData name="shanmuk sai srinivas" userId="c1b44e370da95be1" providerId="LiveId" clId="{9F8E2EC8-786B-4FEC-A1F4-D78D3F2A3CF2}" dt="2025-11-09T17:24:38.819" v="1895" actId="20577"/>
          <ac:graphicFrameMkLst>
            <pc:docMk/>
            <pc:sldMk cId="3218665575" sldId="269"/>
            <ac:graphicFrameMk id="4" creationId="{21585935-4A45-E80A-35E9-A51A28100D38}"/>
          </ac:graphicFrameMkLst>
        </pc:graphicFrameChg>
        <pc:picChg chg="add mod">
          <ac:chgData name="shanmuk sai srinivas" userId="c1b44e370da95be1" providerId="LiveId" clId="{9F8E2EC8-786B-4FEC-A1F4-D78D3F2A3CF2}" dt="2025-11-09T17:27:00.297" v="1948" actId="14100"/>
          <ac:picMkLst>
            <pc:docMk/>
            <pc:sldMk cId="3218665575" sldId="269"/>
            <ac:picMk id="6" creationId="{4ECC19C5-E4A8-EEC7-85C6-6D7AAFBE4DCE}"/>
          </ac:picMkLst>
        </pc:picChg>
      </pc:sldChg>
      <pc:sldChg chg="addSp delSp modSp new mod">
        <pc:chgData name="shanmuk sai srinivas" userId="c1b44e370da95be1" providerId="LiveId" clId="{9F8E2EC8-786B-4FEC-A1F4-D78D3F2A3CF2}" dt="2025-11-10T09:47:17.102" v="2153" actId="14100"/>
        <pc:sldMkLst>
          <pc:docMk/>
          <pc:sldMk cId="1470700881" sldId="270"/>
        </pc:sldMkLst>
        <pc:spChg chg="add mod">
          <ac:chgData name="shanmuk sai srinivas" userId="c1b44e370da95be1" providerId="LiveId" clId="{9F8E2EC8-786B-4FEC-A1F4-D78D3F2A3CF2}" dt="2025-11-10T08:20:01.602" v="1963" actId="1035"/>
          <ac:spMkLst>
            <pc:docMk/>
            <pc:sldMk cId="1470700881" sldId="270"/>
            <ac:spMk id="2" creationId="{C4371C90-8F54-8069-1F02-072E36554E89}"/>
          </ac:spMkLst>
        </pc:spChg>
        <pc:spChg chg="add mod">
          <ac:chgData name="shanmuk sai srinivas" userId="c1b44e370da95be1" providerId="LiveId" clId="{9F8E2EC8-786B-4FEC-A1F4-D78D3F2A3CF2}" dt="2025-11-10T08:35:37.093" v="1988" actId="20577"/>
          <ac:spMkLst>
            <pc:docMk/>
            <pc:sldMk cId="1470700881" sldId="270"/>
            <ac:spMk id="3" creationId="{70ECA8F7-033D-924E-F373-6FBF8D48EE23}"/>
          </ac:spMkLst>
        </pc:spChg>
        <pc:spChg chg="add del mod">
          <ac:chgData name="shanmuk sai srinivas" userId="c1b44e370da95be1" providerId="LiveId" clId="{9F8E2EC8-786B-4FEC-A1F4-D78D3F2A3CF2}" dt="2025-11-10T08:35:19.420" v="1982"/>
          <ac:spMkLst>
            <pc:docMk/>
            <pc:sldMk cId="1470700881" sldId="270"/>
            <ac:spMk id="6" creationId="{9D7146E5-C636-73C8-5E7D-1D426F892BFB}"/>
          </ac:spMkLst>
        </pc:spChg>
        <pc:spChg chg="add mod">
          <ac:chgData name="shanmuk sai srinivas" userId="c1b44e370da95be1" providerId="LiveId" clId="{9F8E2EC8-786B-4FEC-A1F4-D78D3F2A3CF2}" dt="2025-11-10T09:47:17.102" v="2153" actId="14100"/>
          <ac:spMkLst>
            <pc:docMk/>
            <pc:sldMk cId="1470700881" sldId="270"/>
            <ac:spMk id="7" creationId="{BE4A4E08-AEE1-9B4E-5140-1C574909B885}"/>
          </ac:spMkLst>
        </pc:spChg>
        <pc:spChg chg="add del mod">
          <ac:chgData name="shanmuk sai srinivas" userId="c1b44e370da95be1" providerId="LiveId" clId="{9F8E2EC8-786B-4FEC-A1F4-D78D3F2A3CF2}" dt="2025-11-10T08:50:03.325" v="2059"/>
          <ac:spMkLst>
            <pc:docMk/>
            <pc:sldMk cId="1470700881" sldId="270"/>
            <ac:spMk id="8" creationId="{29A4681F-CFDF-AB1C-7E4A-AEBC8391B1B6}"/>
          </ac:spMkLst>
        </pc:spChg>
        <pc:picChg chg="add mod">
          <ac:chgData name="shanmuk sai srinivas" userId="c1b44e370da95be1" providerId="LiveId" clId="{9F8E2EC8-786B-4FEC-A1F4-D78D3F2A3CF2}" dt="2025-11-10T09:47:12.150" v="2152" actId="14100"/>
          <ac:picMkLst>
            <pc:docMk/>
            <pc:sldMk cId="1470700881" sldId="270"/>
            <ac:picMk id="5" creationId="{BB9B018F-5C79-FF8D-4B8C-41B8B5A92012}"/>
          </ac:picMkLst>
        </pc:picChg>
      </pc:sldChg>
      <pc:sldChg chg="addSp modSp new mod">
        <pc:chgData name="shanmuk sai srinivas" userId="c1b44e370da95be1" providerId="LiveId" clId="{9F8E2EC8-786B-4FEC-A1F4-D78D3F2A3CF2}" dt="2025-11-10T08:55:22.973" v="2121" actId="20577"/>
        <pc:sldMkLst>
          <pc:docMk/>
          <pc:sldMk cId="3892926617" sldId="271"/>
        </pc:sldMkLst>
        <pc:spChg chg="add mod">
          <ac:chgData name="shanmuk sai srinivas" userId="c1b44e370da95be1" providerId="LiveId" clId="{9F8E2EC8-786B-4FEC-A1F4-D78D3F2A3CF2}" dt="2025-11-10T08:55:22.973" v="2121" actId="20577"/>
          <ac:spMkLst>
            <pc:docMk/>
            <pc:sldMk cId="3892926617" sldId="271"/>
            <ac:spMk id="3" creationId="{21FE1FB8-BF3B-AAFF-909D-BAB62651D61B}"/>
          </ac:spMkLst>
        </pc:spChg>
      </pc:sldChg>
      <pc:sldChg chg="addSp delSp modSp new mod">
        <pc:chgData name="shanmuk sai srinivas" userId="c1b44e370da95be1" providerId="LiveId" clId="{9F8E2EC8-786B-4FEC-A1F4-D78D3F2A3CF2}" dt="2025-11-10T09:47:48.515" v="2156" actId="14100"/>
        <pc:sldMkLst>
          <pc:docMk/>
          <pc:sldMk cId="3574847994" sldId="272"/>
        </pc:sldMkLst>
        <pc:spChg chg="add del mod">
          <ac:chgData name="shanmuk sai srinivas" userId="c1b44e370da95be1" providerId="LiveId" clId="{9F8E2EC8-786B-4FEC-A1F4-D78D3F2A3CF2}" dt="2025-11-10T08:58:38.527" v="2126"/>
          <ac:spMkLst>
            <pc:docMk/>
            <pc:sldMk cId="3574847994" sldId="272"/>
            <ac:spMk id="2" creationId="{9634B242-96E1-194C-9076-194DA10F73C6}"/>
          </ac:spMkLst>
        </pc:spChg>
        <pc:spChg chg="add mod">
          <ac:chgData name="shanmuk sai srinivas" userId="c1b44e370da95be1" providerId="LiveId" clId="{9F8E2EC8-786B-4FEC-A1F4-D78D3F2A3CF2}" dt="2025-11-10T08:59:17.819" v="2132" actId="1076"/>
          <ac:spMkLst>
            <pc:docMk/>
            <pc:sldMk cId="3574847994" sldId="272"/>
            <ac:spMk id="3" creationId="{B9FD4EF9-8A39-E01D-D189-9FC3C13FCF55}"/>
          </ac:spMkLst>
        </pc:spChg>
        <pc:spChg chg="add del mod">
          <ac:chgData name="shanmuk sai srinivas" userId="c1b44e370da95be1" providerId="LiveId" clId="{9F8E2EC8-786B-4FEC-A1F4-D78D3F2A3CF2}" dt="2025-11-10T08:59:33.738" v="2135"/>
          <ac:spMkLst>
            <pc:docMk/>
            <pc:sldMk cId="3574847994" sldId="272"/>
            <ac:spMk id="4" creationId="{246098DA-8683-FC94-020B-28875EDC88AE}"/>
          </ac:spMkLst>
        </pc:spChg>
        <pc:spChg chg="add mod">
          <ac:chgData name="shanmuk sai srinivas" userId="c1b44e370da95be1" providerId="LiveId" clId="{9F8E2EC8-786B-4FEC-A1F4-D78D3F2A3CF2}" dt="2025-11-10T09:47:36.281" v="2154" actId="14100"/>
          <ac:spMkLst>
            <pc:docMk/>
            <pc:sldMk cId="3574847994" sldId="272"/>
            <ac:spMk id="7" creationId="{65555D7D-A645-FB16-CE69-4E1F2563CCC2}"/>
          </ac:spMkLst>
        </pc:spChg>
        <pc:picChg chg="add mod">
          <ac:chgData name="shanmuk sai srinivas" userId="c1b44e370da95be1" providerId="LiveId" clId="{9F8E2EC8-786B-4FEC-A1F4-D78D3F2A3CF2}" dt="2025-11-10T09:47:48.515" v="2156" actId="14100"/>
          <ac:picMkLst>
            <pc:docMk/>
            <pc:sldMk cId="3574847994" sldId="272"/>
            <ac:picMk id="6" creationId="{B5537BBA-B0F8-93D7-ED57-B767690FE6AF}"/>
          </ac:picMkLst>
        </pc:picChg>
      </pc:sldChg>
      <pc:sldChg chg="addSp modSp new mod">
        <pc:chgData name="shanmuk sai srinivas" userId="c1b44e370da95be1" providerId="LiveId" clId="{9F8E2EC8-786B-4FEC-A1F4-D78D3F2A3CF2}" dt="2025-11-10T10:04:10.171" v="2281" actId="1035"/>
        <pc:sldMkLst>
          <pc:docMk/>
          <pc:sldMk cId="2841147846" sldId="273"/>
        </pc:sldMkLst>
        <pc:spChg chg="add mod">
          <ac:chgData name="shanmuk sai srinivas" userId="c1b44e370da95be1" providerId="LiveId" clId="{9F8E2EC8-786B-4FEC-A1F4-D78D3F2A3CF2}" dt="2025-11-10T09:55:19.241" v="2165" actId="1076"/>
          <ac:spMkLst>
            <pc:docMk/>
            <pc:sldMk cId="2841147846" sldId="273"/>
            <ac:spMk id="2" creationId="{8F4C7B91-11E7-3B32-ABCE-C82427304F17}"/>
          </ac:spMkLst>
        </pc:spChg>
        <pc:spChg chg="add mod">
          <ac:chgData name="shanmuk sai srinivas" userId="c1b44e370da95be1" providerId="LiveId" clId="{9F8E2EC8-786B-4FEC-A1F4-D78D3F2A3CF2}" dt="2025-11-10T09:55:13.818" v="2164" actId="113"/>
          <ac:spMkLst>
            <pc:docMk/>
            <pc:sldMk cId="2841147846" sldId="273"/>
            <ac:spMk id="3" creationId="{569C6092-B51D-15AA-C074-D30E155C2BC0}"/>
          </ac:spMkLst>
        </pc:spChg>
        <pc:spChg chg="add mod">
          <ac:chgData name="shanmuk sai srinivas" userId="c1b44e370da95be1" providerId="LiveId" clId="{9F8E2EC8-786B-4FEC-A1F4-D78D3F2A3CF2}" dt="2025-11-10T09:56:05.167" v="2169" actId="1076"/>
          <ac:spMkLst>
            <pc:docMk/>
            <pc:sldMk cId="2841147846" sldId="273"/>
            <ac:spMk id="5" creationId="{C2CE5E90-AC87-DCFE-F830-16AF59AA1411}"/>
          </ac:spMkLst>
        </pc:spChg>
        <pc:spChg chg="add mod">
          <ac:chgData name="shanmuk sai srinivas" userId="c1b44e370da95be1" providerId="LiveId" clId="{9F8E2EC8-786B-4FEC-A1F4-D78D3F2A3CF2}" dt="2025-11-10T09:56:40.256" v="2173" actId="14100"/>
          <ac:spMkLst>
            <pc:docMk/>
            <pc:sldMk cId="2841147846" sldId="273"/>
            <ac:spMk id="7" creationId="{E66BADFF-B5FB-A426-DF71-92B109911D0F}"/>
          </ac:spMkLst>
        </pc:spChg>
        <pc:spChg chg="add mod">
          <ac:chgData name="shanmuk sai srinivas" userId="c1b44e370da95be1" providerId="LiveId" clId="{9F8E2EC8-786B-4FEC-A1F4-D78D3F2A3CF2}" dt="2025-11-10T10:00:25.270" v="2231" actId="255"/>
          <ac:spMkLst>
            <pc:docMk/>
            <pc:sldMk cId="2841147846" sldId="273"/>
            <ac:spMk id="12" creationId="{08DBCCB3-1A14-4975-E8A6-0E10F55872EE}"/>
          </ac:spMkLst>
        </pc:spChg>
        <pc:spChg chg="add mod">
          <ac:chgData name="shanmuk sai srinivas" userId="c1b44e370da95be1" providerId="LiveId" clId="{9F8E2EC8-786B-4FEC-A1F4-D78D3F2A3CF2}" dt="2025-11-10T10:04:10.171" v="2281" actId="1035"/>
          <ac:spMkLst>
            <pc:docMk/>
            <pc:sldMk cId="2841147846" sldId="273"/>
            <ac:spMk id="14" creationId="{9B2A70B6-4E4A-125D-92CD-C454129FC2E4}"/>
          </ac:spMkLst>
        </pc:spChg>
        <pc:spChg chg="add mod">
          <ac:chgData name="shanmuk sai srinivas" userId="c1b44e370da95be1" providerId="LiveId" clId="{9F8E2EC8-786B-4FEC-A1F4-D78D3F2A3CF2}" dt="2025-11-10T10:00:45.576" v="2234" actId="14100"/>
          <ac:spMkLst>
            <pc:docMk/>
            <pc:sldMk cId="2841147846" sldId="273"/>
            <ac:spMk id="15" creationId="{2FDD1974-4227-D20F-C8B6-A4439D514F3E}"/>
          </ac:spMkLst>
        </pc:spChg>
        <pc:spChg chg="add">
          <ac:chgData name="shanmuk sai srinivas" userId="c1b44e370da95be1" providerId="LiveId" clId="{9F8E2EC8-786B-4FEC-A1F4-D78D3F2A3CF2}" dt="2025-11-10T10:00:51.309" v="2235"/>
          <ac:spMkLst>
            <pc:docMk/>
            <pc:sldMk cId="2841147846" sldId="273"/>
            <ac:spMk id="16" creationId="{77E1C119-A9DF-F357-2F38-011486CD759F}"/>
          </ac:spMkLst>
        </pc:spChg>
        <pc:spChg chg="add">
          <ac:chgData name="shanmuk sai srinivas" userId="c1b44e370da95be1" providerId="LiveId" clId="{9F8E2EC8-786B-4FEC-A1F4-D78D3F2A3CF2}" dt="2025-11-10T10:00:54.546" v="2236"/>
          <ac:spMkLst>
            <pc:docMk/>
            <pc:sldMk cId="2841147846" sldId="273"/>
            <ac:spMk id="17" creationId="{3A2ED2BA-B930-F986-0D20-8615299EFF85}"/>
          </ac:spMkLst>
        </pc:spChg>
        <pc:spChg chg="add">
          <ac:chgData name="shanmuk sai srinivas" userId="c1b44e370da95be1" providerId="LiveId" clId="{9F8E2EC8-786B-4FEC-A1F4-D78D3F2A3CF2}" dt="2025-11-10T10:01:07.169" v="2237"/>
          <ac:spMkLst>
            <pc:docMk/>
            <pc:sldMk cId="2841147846" sldId="273"/>
            <ac:spMk id="18" creationId="{4802CF5E-8B0C-7CCD-296E-CCB46B8873D3}"/>
          </ac:spMkLst>
        </pc:spChg>
        <pc:spChg chg="add mod">
          <ac:chgData name="shanmuk sai srinivas" userId="c1b44e370da95be1" providerId="LiveId" clId="{9F8E2EC8-786B-4FEC-A1F4-D78D3F2A3CF2}" dt="2025-11-10T10:04:00.522" v="2273" actId="1036"/>
          <ac:spMkLst>
            <pc:docMk/>
            <pc:sldMk cId="2841147846" sldId="273"/>
            <ac:spMk id="21" creationId="{5B8144EB-18EC-5959-7A0E-F658E3378CF4}"/>
          </ac:spMkLst>
        </pc:spChg>
        <pc:spChg chg="add">
          <ac:chgData name="shanmuk sai srinivas" userId="c1b44e370da95be1" providerId="LiveId" clId="{9F8E2EC8-786B-4FEC-A1F4-D78D3F2A3CF2}" dt="2025-11-10T10:03:30.703" v="2255"/>
          <ac:spMkLst>
            <pc:docMk/>
            <pc:sldMk cId="2841147846" sldId="273"/>
            <ac:spMk id="22" creationId="{80B3BA12-F57D-C983-2497-5C592CFC8F91}"/>
          </ac:spMkLst>
        </pc:spChg>
        <pc:picChg chg="add mod">
          <ac:chgData name="shanmuk sai srinivas" userId="c1b44e370da95be1" providerId="LiveId" clId="{9F8E2EC8-786B-4FEC-A1F4-D78D3F2A3CF2}" dt="2025-11-10T10:01:54.271" v="2243" actId="1076"/>
          <ac:picMkLst>
            <pc:docMk/>
            <pc:sldMk cId="2841147846" sldId="273"/>
            <ac:picMk id="19" creationId="{961862E5-1B70-570D-A40B-2DD9944CFCC6}"/>
          </ac:picMkLst>
        </pc:picChg>
        <pc:picChg chg="add mod">
          <ac:chgData name="shanmuk sai srinivas" userId="c1b44e370da95be1" providerId="LiveId" clId="{9F8E2EC8-786B-4FEC-A1F4-D78D3F2A3CF2}" dt="2025-11-10T10:03:52.441" v="2270" actId="1036"/>
          <ac:picMkLst>
            <pc:docMk/>
            <pc:sldMk cId="2841147846" sldId="273"/>
            <ac:picMk id="23" creationId="{A7B23F2B-439A-541E-F06B-B85BE119AC8B}"/>
          </ac:picMkLst>
        </pc:picChg>
        <pc:cxnChg chg="add mod">
          <ac:chgData name="shanmuk sai srinivas" userId="c1b44e370da95be1" providerId="LiveId" clId="{9F8E2EC8-786B-4FEC-A1F4-D78D3F2A3CF2}" dt="2025-11-10T09:58:42.257" v="2178" actId="14100"/>
          <ac:cxnSpMkLst>
            <pc:docMk/>
            <pc:sldMk cId="2841147846" sldId="273"/>
            <ac:cxnSpMk id="9" creationId="{FA3D7A2C-CFF3-CEEB-EDDA-1758C31F80B2}"/>
          </ac:cxnSpMkLst>
        </pc:cxnChg>
      </pc:sldChg>
      <pc:sldChg chg="addSp modSp new mod">
        <pc:chgData name="shanmuk sai srinivas" userId="c1b44e370da95be1" providerId="LiveId" clId="{9F8E2EC8-786B-4FEC-A1F4-D78D3F2A3CF2}" dt="2025-11-10T10:05:18.380" v="2299" actId="1076"/>
        <pc:sldMkLst>
          <pc:docMk/>
          <pc:sldMk cId="1402842363" sldId="274"/>
        </pc:sldMkLst>
        <pc:spChg chg="add mod">
          <ac:chgData name="shanmuk sai srinivas" userId="c1b44e370da95be1" providerId="LiveId" clId="{9F8E2EC8-786B-4FEC-A1F4-D78D3F2A3CF2}" dt="2025-11-10T10:04:55.730" v="2296" actId="1037"/>
          <ac:spMkLst>
            <pc:docMk/>
            <pc:sldMk cId="1402842363" sldId="274"/>
            <ac:spMk id="3" creationId="{29C4E089-DF6E-AB8D-D691-A7416AE90449}"/>
          </ac:spMkLst>
        </pc:spChg>
        <pc:spChg chg="add">
          <ac:chgData name="shanmuk sai srinivas" userId="c1b44e370da95be1" providerId="LiveId" clId="{9F8E2EC8-786B-4FEC-A1F4-D78D3F2A3CF2}" dt="2025-11-10T10:05:11.755" v="2297"/>
          <ac:spMkLst>
            <pc:docMk/>
            <pc:sldMk cId="1402842363" sldId="274"/>
            <ac:spMk id="4" creationId="{D6EAE0FB-1B95-B9B8-CDEF-17598FF75EDF}"/>
          </ac:spMkLst>
        </pc:spChg>
        <pc:picChg chg="add mod">
          <ac:chgData name="shanmuk sai srinivas" userId="c1b44e370da95be1" providerId="LiveId" clId="{9F8E2EC8-786B-4FEC-A1F4-D78D3F2A3CF2}" dt="2025-11-10T10:05:18.380" v="2299" actId="1076"/>
          <ac:picMkLst>
            <pc:docMk/>
            <pc:sldMk cId="1402842363" sldId="274"/>
            <ac:picMk id="5" creationId="{E521F8E9-CD73-0960-2848-1001F9798BE8}"/>
          </ac:picMkLst>
        </pc:picChg>
      </pc:sldChg>
      <pc:sldChg chg="addSp delSp modSp new mod">
        <pc:chgData name="shanmuk sai srinivas" userId="c1b44e370da95be1" providerId="LiveId" clId="{9F8E2EC8-786B-4FEC-A1F4-D78D3F2A3CF2}" dt="2025-11-10T10:20:50.939" v="2416" actId="20577"/>
        <pc:sldMkLst>
          <pc:docMk/>
          <pc:sldMk cId="3730478064" sldId="275"/>
        </pc:sldMkLst>
        <pc:spChg chg="add mod">
          <ac:chgData name="shanmuk sai srinivas" userId="c1b44e370da95be1" providerId="LiveId" clId="{9F8E2EC8-786B-4FEC-A1F4-D78D3F2A3CF2}" dt="2025-11-10T10:14:47.454" v="2324" actId="1076"/>
          <ac:spMkLst>
            <pc:docMk/>
            <pc:sldMk cId="3730478064" sldId="275"/>
            <ac:spMk id="3" creationId="{C4A8E897-3811-43EB-D82D-831E4A40A2B0}"/>
          </ac:spMkLst>
        </pc:spChg>
        <pc:spChg chg="add mod">
          <ac:chgData name="shanmuk sai srinivas" userId="c1b44e370da95be1" providerId="LiveId" clId="{9F8E2EC8-786B-4FEC-A1F4-D78D3F2A3CF2}" dt="2025-11-10T10:14:23.297" v="2318" actId="1076"/>
          <ac:spMkLst>
            <pc:docMk/>
            <pc:sldMk cId="3730478064" sldId="275"/>
            <ac:spMk id="5" creationId="{B910A3D7-1090-6DEA-DE14-99C161AA539A}"/>
          </ac:spMkLst>
        </pc:spChg>
        <pc:spChg chg="add del">
          <ac:chgData name="shanmuk sai srinivas" userId="c1b44e370da95be1" providerId="LiveId" clId="{9F8E2EC8-786B-4FEC-A1F4-D78D3F2A3CF2}" dt="2025-11-10T10:12:12.970" v="2311" actId="22"/>
          <ac:spMkLst>
            <pc:docMk/>
            <pc:sldMk cId="3730478064" sldId="275"/>
            <ac:spMk id="7" creationId="{98A5E32D-0F0D-1163-0B05-998FAFD6FA80}"/>
          </ac:spMkLst>
        </pc:spChg>
        <pc:spChg chg="add mod">
          <ac:chgData name="shanmuk sai srinivas" userId="c1b44e370da95be1" providerId="LiveId" clId="{9F8E2EC8-786B-4FEC-A1F4-D78D3F2A3CF2}" dt="2025-11-10T10:17:19.933" v="2365" actId="313"/>
          <ac:spMkLst>
            <pc:docMk/>
            <pc:sldMk cId="3730478064" sldId="275"/>
            <ac:spMk id="8" creationId="{8345531D-0636-30A8-9837-E81652E673E3}"/>
          </ac:spMkLst>
        </pc:spChg>
        <pc:spChg chg="add mod">
          <ac:chgData name="shanmuk sai srinivas" userId="c1b44e370da95be1" providerId="LiveId" clId="{9F8E2EC8-786B-4FEC-A1F4-D78D3F2A3CF2}" dt="2025-11-10T10:17:38.594" v="2372" actId="1076"/>
          <ac:spMkLst>
            <pc:docMk/>
            <pc:sldMk cId="3730478064" sldId="275"/>
            <ac:spMk id="10" creationId="{1651C3C6-56D0-1732-A429-2CCBD123BC6F}"/>
          </ac:spMkLst>
        </pc:spChg>
        <pc:spChg chg="add mod">
          <ac:chgData name="shanmuk sai srinivas" userId="c1b44e370da95be1" providerId="LiveId" clId="{9F8E2EC8-786B-4FEC-A1F4-D78D3F2A3CF2}" dt="2025-11-10T10:20:50.939" v="2416" actId="20577"/>
          <ac:spMkLst>
            <pc:docMk/>
            <pc:sldMk cId="3730478064" sldId="275"/>
            <ac:spMk id="12" creationId="{909D4E90-6341-74E0-91C1-7221760C5D27}"/>
          </ac:spMkLst>
        </pc:spChg>
        <pc:picChg chg="add mod">
          <ac:chgData name="shanmuk sai srinivas" userId="c1b44e370da95be1" providerId="LiveId" clId="{9F8E2EC8-786B-4FEC-A1F4-D78D3F2A3CF2}" dt="2025-11-10T10:14:32.692" v="2321" actId="1076"/>
          <ac:picMkLst>
            <pc:docMk/>
            <pc:sldMk cId="3730478064" sldId="275"/>
            <ac:picMk id="5122" creationId="{8E9FC5F7-7C59-DC59-3682-D28B1FAF2F8B}"/>
          </ac:picMkLst>
        </pc:picChg>
      </pc:sldChg>
      <pc:sldChg chg="addSp modSp new mod">
        <pc:chgData name="shanmuk sai srinivas" userId="c1b44e370da95be1" providerId="LiveId" clId="{9F8E2EC8-786B-4FEC-A1F4-D78D3F2A3CF2}" dt="2025-11-10T10:27:51.606" v="2475" actId="255"/>
        <pc:sldMkLst>
          <pc:docMk/>
          <pc:sldMk cId="2811422353" sldId="276"/>
        </pc:sldMkLst>
        <pc:spChg chg="add mod">
          <ac:chgData name="shanmuk sai srinivas" userId="c1b44e370da95be1" providerId="LiveId" clId="{9F8E2EC8-786B-4FEC-A1F4-D78D3F2A3CF2}" dt="2025-11-10T10:21:59.529" v="2423" actId="1076"/>
          <ac:spMkLst>
            <pc:docMk/>
            <pc:sldMk cId="2811422353" sldId="276"/>
            <ac:spMk id="2" creationId="{5417AE56-2B35-25A2-C938-F77FD96D904F}"/>
          </ac:spMkLst>
        </pc:spChg>
        <pc:spChg chg="add mod">
          <ac:chgData name="shanmuk sai srinivas" userId="c1b44e370da95be1" providerId="LiveId" clId="{9F8E2EC8-786B-4FEC-A1F4-D78D3F2A3CF2}" dt="2025-11-10T10:23:18.197" v="2436" actId="20577"/>
          <ac:spMkLst>
            <pc:docMk/>
            <pc:sldMk cId="2811422353" sldId="276"/>
            <ac:spMk id="3" creationId="{0644B37F-3274-755D-CA51-B7B9187B2DDF}"/>
          </ac:spMkLst>
        </pc:spChg>
        <pc:spChg chg="add mod">
          <ac:chgData name="shanmuk sai srinivas" userId="c1b44e370da95be1" providerId="LiveId" clId="{9F8E2EC8-786B-4FEC-A1F4-D78D3F2A3CF2}" dt="2025-11-10T10:24:29.230" v="2452" actId="1076"/>
          <ac:spMkLst>
            <pc:docMk/>
            <pc:sldMk cId="2811422353" sldId="276"/>
            <ac:spMk id="4" creationId="{900A31A6-6E4F-AEF1-825A-A4C3F62788E0}"/>
          </ac:spMkLst>
        </pc:spChg>
        <pc:spChg chg="add mod">
          <ac:chgData name="shanmuk sai srinivas" userId="c1b44e370da95be1" providerId="LiveId" clId="{9F8E2EC8-786B-4FEC-A1F4-D78D3F2A3CF2}" dt="2025-11-10T10:24:59.065" v="2454" actId="1076"/>
          <ac:spMkLst>
            <pc:docMk/>
            <pc:sldMk cId="2811422353" sldId="276"/>
            <ac:spMk id="6" creationId="{481249E3-F2DD-B56E-F557-6FBFEC76B61B}"/>
          </ac:spMkLst>
        </pc:spChg>
        <pc:spChg chg="add mod">
          <ac:chgData name="shanmuk sai srinivas" userId="c1b44e370da95be1" providerId="LiveId" clId="{9F8E2EC8-786B-4FEC-A1F4-D78D3F2A3CF2}" dt="2025-11-10T10:27:51.606" v="2475" actId="255"/>
          <ac:spMkLst>
            <pc:docMk/>
            <pc:sldMk cId="2811422353" sldId="276"/>
            <ac:spMk id="7" creationId="{113B5326-A612-0235-4F9A-AE7558B347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ED29B-AA07-4052-BC00-975482F6F75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BB511-A7D4-4B3F-B48C-E32E57628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06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8BB511-A7D4-4B3F-B48C-E32E576286F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367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90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0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0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50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17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84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7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64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30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6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977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424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00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9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7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803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30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034F576-A948-4BDE-9731-CCB1C5CC412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693531-A37F-417A-A0F3-C6609D65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5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file:///C:\Users\srini\OneDrive\Pictures\Screenshots\Screenshot%202025-11-10%20135402-2.png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2702-3BB1-E9D9-2380-59648BE0A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1028835"/>
          </a:xfrm>
        </p:spPr>
        <p:txBody>
          <a:bodyPr/>
          <a:lstStyle/>
          <a:p>
            <a:pPr algn="ctr"/>
            <a:r>
              <a:rPr lang="en-IN" dirty="0"/>
              <a:t>Crowd Count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B41D3-F2B8-B652-34D7-31CE44A228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8D045-27F0-A95B-BCCC-F0B2F1B4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401" y="1122652"/>
            <a:ext cx="1543665" cy="154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4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BAA4-1E45-0EB8-E4D6-F998E245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Purpose of the crowd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842A-6C30-6B1A-2A32-CB7980EB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objective of the </a:t>
            </a:r>
            <a:r>
              <a:rPr lang="en-US" b="1" dirty="0"/>
              <a:t>Crowd Count</a:t>
            </a:r>
            <a:r>
              <a:rPr lang="en-US" dirty="0"/>
              <a:t> system is to </a:t>
            </a:r>
            <a:r>
              <a:rPr lang="en-US" b="1" dirty="0"/>
              <a:t>automatically estimate the number of people in a given area using visual data (images or video feeds)</a:t>
            </a:r>
            <a:r>
              <a:rPr lang="en-US" dirty="0"/>
              <a:t> and to generate actionable insights for effective crowd management. This system is designed to support real-time monitoring, spatial analysis, and trend visualization, enabling proactive decision-making in dynamic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0224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8DFC-9347-0288-8A5F-241AB982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054" y="0"/>
            <a:ext cx="9232850" cy="739877"/>
          </a:xfrm>
        </p:spPr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DE748-5D0D-D518-3017-9D078C8A1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858791"/>
            <a:ext cx="8317370" cy="42135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Backend &amp; Server Technologies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BB6A5A-F23F-5DA1-5F01-6B93D1480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762745"/>
              </p:ext>
            </p:extLst>
          </p:nvPr>
        </p:nvGraphicFramePr>
        <p:xfrm>
          <a:off x="1287664" y="1487545"/>
          <a:ext cx="10904336" cy="3743215"/>
        </p:xfrm>
        <a:graphic>
          <a:graphicData uri="http://schemas.openxmlformats.org/drawingml/2006/table">
            <a:tbl>
              <a:tblPr/>
              <a:tblGrid>
                <a:gridCol w="2726084">
                  <a:extLst>
                    <a:ext uri="{9D8B030D-6E8A-4147-A177-3AD203B41FA5}">
                      <a16:colId xmlns:a16="http://schemas.microsoft.com/office/drawing/2014/main" val="364448822"/>
                    </a:ext>
                  </a:extLst>
                </a:gridCol>
                <a:gridCol w="2726084">
                  <a:extLst>
                    <a:ext uri="{9D8B030D-6E8A-4147-A177-3AD203B41FA5}">
                      <a16:colId xmlns:a16="http://schemas.microsoft.com/office/drawing/2014/main" val="1927065824"/>
                    </a:ext>
                  </a:extLst>
                </a:gridCol>
                <a:gridCol w="2726084">
                  <a:extLst>
                    <a:ext uri="{9D8B030D-6E8A-4147-A177-3AD203B41FA5}">
                      <a16:colId xmlns:a16="http://schemas.microsoft.com/office/drawing/2014/main" val="720557595"/>
                    </a:ext>
                  </a:extLst>
                </a:gridCol>
                <a:gridCol w="2726084">
                  <a:extLst>
                    <a:ext uri="{9D8B030D-6E8A-4147-A177-3AD203B41FA5}">
                      <a16:colId xmlns:a16="http://schemas.microsoft.com/office/drawing/2014/main" val="2879709772"/>
                    </a:ext>
                  </a:extLst>
                </a:gridCol>
              </a:tblGrid>
              <a:tr h="331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S.No</a:t>
                      </a:r>
                      <a:endParaRPr lang="en-IN" sz="1400" dirty="0"/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Component</a:t>
                      </a:r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Technology/Library</a:t>
                      </a:r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Role in the Project</a:t>
                      </a:r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803095"/>
                  </a:ext>
                </a:extLst>
              </a:tr>
              <a:tr h="1580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1.</a:t>
                      </a:r>
                      <a:endParaRPr lang="en-IN" sz="1400"/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Web Framework</a:t>
                      </a:r>
                      <a:endParaRPr lang="en-IN" sz="1400" dirty="0"/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Flask</a:t>
                      </a:r>
                      <a:endParaRPr lang="en-IN" sz="1400" dirty="0"/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core </a:t>
                      </a:r>
                      <a:r>
                        <a:rPr lang="en-US" sz="1400" b="1" dirty="0"/>
                        <a:t>Python web server</a:t>
                      </a:r>
                      <a:r>
                        <a:rPr lang="en-US" sz="1400" dirty="0"/>
                        <a:t> that handles routing, HTTP requests/responses, and ties all components together.</a:t>
                      </a:r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37059"/>
                  </a:ext>
                </a:extLst>
              </a:tr>
              <a:tr h="183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2.</a:t>
                      </a:r>
                      <a:endParaRPr lang="en-IN" sz="1400"/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Authentication &amp; DB</a:t>
                      </a:r>
                      <a:endParaRPr lang="en-IN" sz="1400" dirty="0"/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Pyrebase</a:t>
                      </a:r>
                      <a:r>
                        <a:rPr lang="en-IN" sz="1400" dirty="0"/>
                        <a:t> (Firebase)</a:t>
                      </a:r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Used for </a:t>
                      </a:r>
                      <a:r>
                        <a:rPr lang="en-US" sz="1400" b="1" dirty="0"/>
                        <a:t>user authentication</a:t>
                      </a:r>
                      <a:r>
                        <a:rPr lang="en-US" sz="1400" dirty="0"/>
                        <a:t> (sign-in/register) and </a:t>
                      </a:r>
                      <a:r>
                        <a:rPr lang="en-US" sz="1400" b="1" dirty="0"/>
                        <a:t>Realtime Database</a:t>
                      </a:r>
                      <a:r>
                        <a:rPr lang="en-US" sz="1400" dirty="0"/>
                        <a:t> interaction (storing user data, logs, and camera config).</a:t>
                      </a:r>
                    </a:p>
                  </a:txBody>
                  <a:tcPr marL="69427" marR="69427" marT="34713" marB="34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94577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F2EFAF-C5CD-A852-CC7D-DE8D250A6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300088"/>
              </p:ext>
            </p:extLst>
          </p:nvPr>
        </p:nvGraphicFramePr>
        <p:xfrm>
          <a:off x="1216776" y="4971642"/>
          <a:ext cx="10975224" cy="3124200"/>
        </p:xfrm>
        <a:graphic>
          <a:graphicData uri="http://schemas.openxmlformats.org/drawingml/2006/table">
            <a:tbl>
              <a:tblPr/>
              <a:tblGrid>
                <a:gridCol w="2743806">
                  <a:extLst>
                    <a:ext uri="{9D8B030D-6E8A-4147-A177-3AD203B41FA5}">
                      <a16:colId xmlns:a16="http://schemas.microsoft.com/office/drawing/2014/main" val="3488527629"/>
                    </a:ext>
                  </a:extLst>
                </a:gridCol>
                <a:gridCol w="2743806">
                  <a:extLst>
                    <a:ext uri="{9D8B030D-6E8A-4147-A177-3AD203B41FA5}">
                      <a16:colId xmlns:a16="http://schemas.microsoft.com/office/drawing/2014/main" val="1649353228"/>
                    </a:ext>
                  </a:extLst>
                </a:gridCol>
                <a:gridCol w="2743806">
                  <a:extLst>
                    <a:ext uri="{9D8B030D-6E8A-4147-A177-3AD203B41FA5}">
                      <a16:colId xmlns:a16="http://schemas.microsoft.com/office/drawing/2014/main" val="178889659"/>
                    </a:ext>
                  </a:extLst>
                </a:gridCol>
                <a:gridCol w="2743806">
                  <a:extLst>
                    <a:ext uri="{9D8B030D-6E8A-4147-A177-3AD203B41FA5}">
                      <a16:colId xmlns:a16="http://schemas.microsoft.com/office/drawing/2014/main" val="3587202563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3.</a:t>
                      </a:r>
                      <a:endParaRPr lang="en-IN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Authentication/Security</a:t>
                      </a:r>
                      <a:endParaRPr lang="en-IN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 err="1"/>
                        <a:t>PyJWT</a:t>
                      </a:r>
                      <a:r>
                        <a:rPr lang="en-IN" sz="1500" dirty="0"/>
                        <a:t> (JWT)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Generates and verifies </a:t>
                      </a:r>
                      <a:r>
                        <a:rPr lang="en-IN" sz="1500" b="1"/>
                        <a:t>Server-side JSON Web Tokens</a:t>
                      </a:r>
                      <a:r>
                        <a:rPr lang="en-IN" sz="1500"/>
                        <a:t> (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server_jwt</a:t>
                      </a:r>
                      <a:r>
                        <a:rPr lang="en-IN" sz="1500"/>
                        <a:t>) for secure user session management.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339772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99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70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F2FA78-21FB-4D90-BB7C-618960284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164985"/>
              </p:ext>
            </p:extLst>
          </p:nvPr>
        </p:nvGraphicFramePr>
        <p:xfrm>
          <a:off x="1463796" y="-22123"/>
          <a:ext cx="10728204" cy="3451123"/>
        </p:xfrm>
        <a:graphic>
          <a:graphicData uri="http://schemas.openxmlformats.org/drawingml/2006/table">
            <a:tbl>
              <a:tblPr/>
              <a:tblGrid>
                <a:gridCol w="2682051">
                  <a:extLst>
                    <a:ext uri="{9D8B030D-6E8A-4147-A177-3AD203B41FA5}">
                      <a16:colId xmlns:a16="http://schemas.microsoft.com/office/drawing/2014/main" val="2624355733"/>
                    </a:ext>
                  </a:extLst>
                </a:gridCol>
                <a:gridCol w="2682051">
                  <a:extLst>
                    <a:ext uri="{9D8B030D-6E8A-4147-A177-3AD203B41FA5}">
                      <a16:colId xmlns:a16="http://schemas.microsoft.com/office/drawing/2014/main" val="3580534856"/>
                    </a:ext>
                  </a:extLst>
                </a:gridCol>
                <a:gridCol w="2682051">
                  <a:extLst>
                    <a:ext uri="{9D8B030D-6E8A-4147-A177-3AD203B41FA5}">
                      <a16:colId xmlns:a16="http://schemas.microsoft.com/office/drawing/2014/main" val="4116045715"/>
                    </a:ext>
                  </a:extLst>
                </a:gridCol>
                <a:gridCol w="2682051">
                  <a:extLst>
                    <a:ext uri="{9D8B030D-6E8A-4147-A177-3AD203B41FA5}">
                      <a16:colId xmlns:a16="http://schemas.microsoft.com/office/drawing/2014/main" val="1507083278"/>
                    </a:ext>
                  </a:extLst>
                </a:gridCol>
              </a:tblGrid>
              <a:tr h="2104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4.</a:t>
                      </a:r>
                      <a:endParaRPr lang="en-IN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Data Structure/Utility</a:t>
                      </a:r>
                      <a:endParaRPr lang="en-IN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csv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io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os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queue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threading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datetime</a:t>
                      </a:r>
                      <a:endParaRPr lang="en-US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Python standard libraries for </a:t>
                      </a:r>
                      <a:r>
                        <a:rPr lang="en-US" sz="1500" b="1"/>
                        <a:t>CSV file generation</a:t>
                      </a:r>
                      <a:r>
                        <a:rPr lang="en-US" sz="1500"/>
                        <a:t> for history download, </a:t>
                      </a:r>
                      <a:r>
                        <a:rPr lang="en-US" sz="1500" b="1"/>
                        <a:t>filesystem operations</a:t>
                      </a:r>
                      <a:r>
                        <a:rPr lang="en-US" sz="1500"/>
                        <a:t>, </a:t>
                      </a:r>
                      <a:r>
                        <a:rPr lang="en-US" sz="1500" b="1"/>
                        <a:t>multithreading</a:t>
                      </a:r>
                      <a:r>
                        <a:rPr lang="en-US" sz="1500"/>
                        <a:t> for video analysis, and </a:t>
                      </a:r>
                      <a:r>
                        <a:rPr lang="en-US" sz="1500" b="1"/>
                        <a:t>time management</a:t>
                      </a:r>
                      <a:r>
                        <a:rPr lang="en-US" sz="1500"/>
                        <a:t>.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299954"/>
                  </a:ext>
                </a:extLst>
              </a:tr>
              <a:tr h="134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5.</a:t>
                      </a:r>
                      <a:endParaRPr lang="en-IN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Data Visualization</a:t>
                      </a:r>
                      <a:endParaRPr lang="en-IN" sz="15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Matplotlib</a:t>
                      </a:r>
                      <a:r>
                        <a:rPr lang="en-IN" sz="1500" dirty="0"/>
                        <a:t> (</a:t>
                      </a:r>
                      <a:r>
                        <a:rPr lang="en-IN" sz="1500" dirty="0" err="1">
                          <a:latin typeface="Courier New" panose="02070309020205020404" pitchFamily="49" charset="0"/>
                        </a:rPr>
                        <a:t>matplotlib.pyplot</a:t>
                      </a:r>
                      <a:r>
                        <a:rPr lang="en-IN" sz="1500" dirty="0"/>
                        <a:t>, </a:t>
                      </a:r>
                      <a:r>
                        <a:rPr lang="en-IN" sz="1500" dirty="0" err="1">
                          <a:latin typeface="Courier New" panose="02070309020205020404" pitchFamily="49" charset="0"/>
                        </a:rPr>
                        <a:t>mdates</a:t>
                      </a:r>
                      <a:r>
                        <a:rPr lang="en-IN" sz="1500" dirty="0"/>
                        <a:t>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Generates the </a:t>
                      </a:r>
                      <a:r>
                        <a:rPr lang="en-US" sz="1500" b="1" dirty="0"/>
                        <a:t>historical crowd count</a:t>
                      </a:r>
                      <a:r>
                        <a:rPr lang="en-US" sz="1500" dirty="0"/>
                        <a:t> and </a:t>
                      </a:r>
                      <a:r>
                        <a:rPr lang="en-US" sz="1500" b="1" dirty="0"/>
                        <a:t>live density charts</a:t>
                      </a:r>
                      <a:r>
                        <a:rPr lang="en-US" sz="1500" dirty="0"/>
                        <a:t> (saved to a buffer as a PNG image).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53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9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F09844-243C-F60B-EC65-AA40B1F04FC1}"/>
              </a:ext>
            </a:extLst>
          </p:cNvPr>
          <p:cNvSpPr txBox="1"/>
          <p:nvPr/>
        </p:nvSpPr>
        <p:spPr>
          <a:xfrm>
            <a:off x="1671485" y="98322"/>
            <a:ext cx="967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2)  Crowd Counting &amp; Video Processing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0E4AB1-CC51-186D-9C0F-7C9799FD3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719500"/>
              </p:ext>
            </p:extLst>
          </p:nvPr>
        </p:nvGraphicFramePr>
        <p:xfrm>
          <a:off x="1533832" y="609601"/>
          <a:ext cx="10658168" cy="6150078"/>
        </p:xfrm>
        <a:graphic>
          <a:graphicData uri="http://schemas.openxmlformats.org/drawingml/2006/table">
            <a:tbl>
              <a:tblPr/>
              <a:tblGrid>
                <a:gridCol w="1055856">
                  <a:extLst>
                    <a:ext uri="{9D8B030D-6E8A-4147-A177-3AD203B41FA5}">
                      <a16:colId xmlns:a16="http://schemas.microsoft.com/office/drawing/2014/main" val="317638149"/>
                    </a:ext>
                  </a:extLst>
                </a:gridCol>
                <a:gridCol w="2563503">
                  <a:extLst>
                    <a:ext uri="{9D8B030D-6E8A-4147-A177-3AD203B41FA5}">
                      <a16:colId xmlns:a16="http://schemas.microsoft.com/office/drawing/2014/main" val="1803822206"/>
                    </a:ext>
                  </a:extLst>
                </a:gridCol>
                <a:gridCol w="3282674">
                  <a:extLst>
                    <a:ext uri="{9D8B030D-6E8A-4147-A177-3AD203B41FA5}">
                      <a16:colId xmlns:a16="http://schemas.microsoft.com/office/drawing/2014/main" val="2711338199"/>
                    </a:ext>
                  </a:extLst>
                </a:gridCol>
                <a:gridCol w="3756135">
                  <a:extLst>
                    <a:ext uri="{9D8B030D-6E8A-4147-A177-3AD203B41FA5}">
                      <a16:colId xmlns:a16="http://schemas.microsoft.com/office/drawing/2014/main" val="1624890959"/>
                    </a:ext>
                  </a:extLst>
                </a:gridCol>
              </a:tblGrid>
              <a:tr h="30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#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Component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Technology/Library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Role in the Project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35241"/>
                  </a:ext>
                </a:extLst>
              </a:tr>
              <a:tr h="1369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6.</a:t>
                      </a:r>
                      <a:endParaRPr lang="en-IN" sz="1400" dirty="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Object Detection Model</a:t>
                      </a:r>
                      <a:endParaRPr lang="en-IN" sz="1400" dirty="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YOLOv8</a:t>
                      </a:r>
                      <a:r>
                        <a:rPr lang="en-IN" sz="1400" dirty="0"/>
                        <a:t> (from </a:t>
                      </a:r>
                      <a:r>
                        <a:rPr lang="en-IN" sz="1400" b="1" dirty="0" err="1"/>
                        <a:t>Ultralytics</a:t>
                      </a:r>
                      <a:r>
                        <a:rPr lang="en-IN" sz="1400" dirty="0"/>
                        <a:t>)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The core </a:t>
                      </a:r>
                      <a:r>
                        <a:rPr lang="en-US" sz="1400" b="1"/>
                        <a:t>Deep Learning model</a:t>
                      </a:r>
                      <a:r>
                        <a:rPr lang="en-US" sz="1400"/>
                        <a:t> used to identify and locate every </a:t>
                      </a:r>
                      <a:r>
                        <a:rPr lang="en-US" sz="1400" b="1"/>
                        <a:t>'person'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person_class_id = 0</a:t>
                      </a:r>
                      <a:r>
                        <a:rPr lang="en-US" sz="1400"/>
                        <a:t>) within each video frame.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85343"/>
                  </a:ext>
                </a:extLst>
              </a:tr>
              <a:tr h="1555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7.</a:t>
                      </a:r>
                      <a:endParaRPr lang="en-IN" sz="140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Video/Image Processing</a:t>
                      </a:r>
                      <a:endParaRPr lang="en-IN" sz="1400" dirty="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OpenCV</a:t>
                      </a:r>
                      <a:r>
                        <a:rPr lang="en-IN" sz="1400"/>
                        <a:t> (</a:t>
                      </a:r>
                      <a:r>
                        <a:rPr lang="en-IN" sz="1400" b="1">
                          <a:latin typeface="Courier New" panose="02070309020205020404" pitchFamily="49" charset="0"/>
                        </a:rPr>
                        <a:t>cv2</a:t>
                      </a:r>
                      <a:r>
                        <a:rPr lang="en-IN" sz="1400"/>
                        <a:t>)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Used for </a:t>
                      </a:r>
                      <a:r>
                        <a:rPr lang="en-US" sz="1400" b="1"/>
                        <a:t>reading video streams</a:t>
                      </a:r>
                      <a:r>
                        <a:rPr lang="en-US" sz="1400"/>
                        <a:t> (from webcam/file), </a:t>
                      </a:r>
                      <a:r>
                        <a:rPr lang="en-US" sz="1400" b="1"/>
                        <a:t>drawing bounding boxes</a:t>
                      </a:r>
                      <a:r>
                        <a:rPr lang="en-US" sz="1400"/>
                        <a:t> and the </a:t>
                      </a:r>
                      <a:r>
                        <a:rPr lang="en-US" sz="1400" b="1"/>
                        <a:t>Area of Interest (AOI) line</a:t>
                      </a:r>
                      <a:r>
                        <a:rPr lang="en-US" sz="1400"/>
                        <a:t>, and </a:t>
                      </a:r>
                      <a:r>
                        <a:rPr lang="en-US" sz="1400" b="1"/>
                        <a:t>encoding frames</a:t>
                      </a:r>
                      <a:r>
                        <a:rPr lang="en-US" sz="1400"/>
                        <a:t> for the web video feed.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07850"/>
                  </a:ext>
                </a:extLst>
              </a:tr>
              <a:tr h="174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8.</a:t>
                      </a:r>
                      <a:endParaRPr lang="en-IN" sz="1400" dirty="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Tracking Algorithm</a:t>
                      </a:r>
                      <a:endParaRPr lang="en-IN" sz="140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Custom Logic</a:t>
                      </a:r>
                      <a:r>
                        <a:rPr lang="en-US" sz="1400" dirty="0"/>
                        <a:t> (using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OBJECT_TRACKER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Manages </a:t>
                      </a:r>
                      <a:r>
                        <a:rPr lang="en-US" sz="1400" b="1"/>
                        <a:t>object tracking</a:t>
                      </a:r>
                      <a:r>
                        <a:rPr lang="en-US" sz="1400"/>
                        <a:t> across frames to ensure the same person isn't counted multiple times and to check if an object crosses the AOI line (using distance calculation).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230130"/>
                  </a:ext>
                </a:extLst>
              </a:tr>
              <a:tr h="1182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9.</a:t>
                      </a:r>
                      <a:endParaRPr lang="en-IN" sz="140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Video Streaming</a:t>
                      </a:r>
                      <a:endParaRPr lang="en-IN" sz="140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Multipart/x-mixed-replace</a:t>
                      </a:r>
                      <a:endParaRPr lang="en-IN" sz="1400" dirty="0"/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HTTP protocol used to serve the continuous, real-time </a:t>
                      </a:r>
                      <a:r>
                        <a:rPr lang="en-US" sz="1400" b="1" dirty="0"/>
                        <a:t>video feed</a:t>
                      </a:r>
                      <a:r>
                        <a:rPr lang="en-US" sz="1400" dirty="0"/>
                        <a:t> to the browser via the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video_feed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/&lt;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area_name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US" sz="1400" dirty="0"/>
                        <a:t> route.</a:t>
                      </a:r>
                    </a:p>
                  </a:txBody>
                  <a:tcPr marL="31880" marR="31880" marT="15940" marB="159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05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67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345ECD-5B2E-F915-D62B-3CE56EAC433B}"/>
              </a:ext>
            </a:extLst>
          </p:cNvPr>
          <p:cNvSpPr txBox="1"/>
          <p:nvPr/>
        </p:nvSpPr>
        <p:spPr>
          <a:xfrm>
            <a:off x="1838632" y="245806"/>
            <a:ext cx="995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3) Frontend (User Interface)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84CA89-BBF4-E4FC-CA92-36792B53A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533047"/>
              </p:ext>
            </p:extLst>
          </p:nvPr>
        </p:nvGraphicFramePr>
        <p:xfrm>
          <a:off x="1563328" y="660320"/>
          <a:ext cx="10628672" cy="5229202"/>
        </p:xfrm>
        <a:graphic>
          <a:graphicData uri="http://schemas.openxmlformats.org/drawingml/2006/table">
            <a:tbl>
              <a:tblPr/>
              <a:tblGrid>
                <a:gridCol w="2657168">
                  <a:extLst>
                    <a:ext uri="{9D8B030D-6E8A-4147-A177-3AD203B41FA5}">
                      <a16:colId xmlns:a16="http://schemas.microsoft.com/office/drawing/2014/main" val="2059396791"/>
                    </a:ext>
                  </a:extLst>
                </a:gridCol>
                <a:gridCol w="2657168">
                  <a:extLst>
                    <a:ext uri="{9D8B030D-6E8A-4147-A177-3AD203B41FA5}">
                      <a16:colId xmlns:a16="http://schemas.microsoft.com/office/drawing/2014/main" val="615858284"/>
                    </a:ext>
                  </a:extLst>
                </a:gridCol>
                <a:gridCol w="2657168">
                  <a:extLst>
                    <a:ext uri="{9D8B030D-6E8A-4147-A177-3AD203B41FA5}">
                      <a16:colId xmlns:a16="http://schemas.microsoft.com/office/drawing/2014/main" val="26310831"/>
                    </a:ext>
                  </a:extLst>
                </a:gridCol>
                <a:gridCol w="2657168">
                  <a:extLst>
                    <a:ext uri="{9D8B030D-6E8A-4147-A177-3AD203B41FA5}">
                      <a16:colId xmlns:a16="http://schemas.microsoft.com/office/drawing/2014/main" val="1244360679"/>
                    </a:ext>
                  </a:extLst>
                </a:gridCol>
              </a:tblGrid>
              <a:tr h="50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#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Technology/Library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Role in the Project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135767"/>
                  </a:ext>
                </a:extLst>
              </a:tr>
              <a:tr h="15753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10.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Structure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HTML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Defines the structure and content of all web pages (e.g.,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signin.html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home.html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4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vid_analy.html</a:t>
                      </a: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884752"/>
                  </a:ext>
                </a:extLst>
              </a:tr>
              <a:tr h="11464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Styling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CSS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Controls the presentation, layout, and visual design of the application.</a:t>
                      </a: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44249"/>
                  </a:ext>
                </a:extLst>
              </a:tr>
              <a:tr h="20042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12.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Client-side Logic</a:t>
                      </a:r>
                      <a:endParaRPr lang="en-IN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JavaScript</a:t>
                      </a:r>
                      <a:r>
                        <a:rPr lang="en-IN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(JS)</a:t>
                      </a: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Handles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client-server interaction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(like AJAX calls to update live counts and charts), 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user interaction</a:t>
                      </a:r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and potentially rendering the live video feed.</a:t>
                      </a:r>
                    </a:p>
                  </a:txBody>
                  <a:tcPr marL="55459" marR="55459" marT="36973" marB="369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80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66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F97F8F-42AD-4FAC-0F7B-47ED4787D1AA}"/>
              </a:ext>
            </a:extLst>
          </p:cNvPr>
          <p:cNvSpPr txBox="1"/>
          <p:nvPr/>
        </p:nvSpPr>
        <p:spPr>
          <a:xfrm>
            <a:off x="5024284" y="235974"/>
            <a:ext cx="333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Where It Can Be Implemented ?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D50FC-9B90-E92E-1923-D8A19B113233}"/>
              </a:ext>
            </a:extLst>
          </p:cNvPr>
          <p:cNvSpPr txBox="1"/>
          <p:nvPr/>
        </p:nvSpPr>
        <p:spPr>
          <a:xfrm>
            <a:off x="1848465" y="914400"/>
            <a:ext cx="94782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Retail &amp; Commercial Spaces: </a:t>
            </a:r>
            <a:r>
              <a:rPr lang="en-US" dirty="0"/>
              <a:t>Monitor foot traffic in malls, queues at checkout, and hot zones in large stores for business intelligence and layout optimization.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Transportation Hubs: </a:t>
            </a:r>
            <a:r>
              <a:rPr lang="en-US" dirty="0"/>
              <a:t>Manage congestion at airport security, boarding gates, and railway platforms to ensure safety and smooth passenger flow.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Events &amp; Public Safety:</a:t>
            </a:r>
            <a:r>
              <a:rPr lang="en-US" dirty="0"/>
              <a:t> Enforce strict occupancy limits (using your </a:t>
            </a:r>
            <a:r>
              <a:rPr lang="en-US" dirty="0" err="1"/>
              <a:t>capacityThreshold</a:t>
            </a:r>
            <a:r>
              <a:rPr lang="en-US" dirty="0"/>
              <a:t>) at stadiums, concerts, and festivals to prevent overcrowding and manage emergency evacuations.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Institutional &amp; Corporate Campuses: </a:t>
            </a:r>
            <a:r>
              <a:rPr lang="en-US" dirty="0"/>
              <a:t>Track usage of common areas (libraries, cafeterias) and monitor access to restricted industrial zones for safety and resource allocation.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Cities: </a:t>
            </a:r>
            <a:r>
              <a:rPr lang="en-US" dirty="0"/>
              <a:t>Collect data on pedestrian movement in public squares and on sidewalks for urban planning and infrastructure 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74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85F7C-45DB-CE36-796F-1A02A1B560FD}"/>
              </a:ext>
            </a:extLst>
          </p:cNvPr>
          <p:cNvSpPr txBox="1"/>
          <p:nvPr/>
        </p:nvSpPr>
        <p:spPr>
          <a:xfrm>
            <a:off x="2871019" y="176980"/>
            <a:ext cx="8455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Problem Addressed &amp; </a:t>
            </a:r>
            <a:r>
              <a:rPr lang="en-US" b="1" dirty="0"/>
              <a:t>How Your Project Solves It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495C7-59D7-478B-29A2-7B5BCE167282}"/>
              </a:ext>
            </a:extLst>
          </p:cNvPr>
          <p:cNvSpPr txBox="1"/>
          <p:nvPr/>
        </p:nvSpPr>
        <p:spPr>
          <a:xfrm>
            <a:off x="1720645" y="693796"/>
            <a:ext cx="10471355" cy="6311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🚨 Exceeding Capacity and Safety Thresholds</a:t>
            </a:r>
          </a:p>
          <a:p>
            <a:r>
              <a:rPr lang="en-US" b="1" dirty="0"/>
              <a:t>Problem:</a:t>
            </a:r>
            <a:r>
              <a:rPr lang="en-US" dirty="0"/>
              <a:t> Manual monitoring (or simple security cameras) is too slow and unreliable to prevent dangerous overcrowding when the number of people rapidly approaches or exceeds a predefined safety limit.</a:t>
            </a:r>
          </a:p>
          <a:p>
            <a:r>
              <a:rPr lang="en-US" b="1" dirty="0"/>
              <a:t>Solution:</a:t>
            </a:r>
            <a:r>
              <a:rPr lang="en-US" dirty="0"/>
              <a:t> The system provides </a:t>
            </a:r>
            <a:r>
              <a:rPr lang="en-US" b="1" dirty="0"/>
              <a:t>Real-Time Crowd Monitoring</a:t>
            </a:r>
            <a:r>
              <a:rPr lang="en-US" dirty="0"/>
              <a:t> with a definitive count. Crucially, it generates an </a:t>
            </a:r>
            <a:r>
              <a:rPr lang="en-US" b="1" dirty="0"/>
              <a:t>immediate, proactive alert</a:t>
            </a:r>
            <a:r>
              <a:rPr lang="en-US" dirty="0"/>
              <a:t> once the established threshold is crossed, allowing staff to swiftly stop entries or redirect traffic, thus preventing safety hazards and regulatory violations.</a:t>
            </a:r>
          </a:p>
          <a:p>
            <a:endParaRPr lang="en-US" dirty="0"/>
          </a:p>
          <a:p>
            <a:r>
              <a:rPr lang="en-US" b="1" dirty="0"/>
              <a:t>2. 👀 Lack of Real-Time Crowd Visibility for Users</a:t>
            </a:r>
          </a:p>
          <a:p>
            <a:r>
              <a:rPr lang="en-US" b="1" dirty="0"/>
              <a:t>Problem:</a:t>
            </a:r>
            <a:r>
              <a:rPr lang="en-US" dirty="0"/>
              <a:t> Users, customers, or employees often waste time by going to a location (like a store, cafeteria, or gym) only to find it uncomfortably crowded or full.</a:t>
            </a:r>
          </a:p>
          <a:p>
            <a:r>
              <a:rPr lang="en-US" b="1" dirty="0"/>
              <a:t>Solution:</a:t>
            </a:r>
            <a:r>
              <a:rPr lang="en-US" dirty="0"/>
              <a:t> The system enables </a:t>
            </a:r>
            <a:r>
              <a:rPr lang="en-US" b="1" dirty="0"/>
              <a:t>User Crowd Status Viewing</a:t>
            </a:r>
            <a:r>
              <a:rPr lang="en-US" dirty="0"/>
              <a:t>. Authorized users can check the current crowd count and density status of an area (e.g., via a dashboard or app) before physically arriving. This improves the customer experience by helping them choose less busy times or locations.</a:t>
            </a:r>
          </a:p>
          <a:p>
            <a:endParaRPr lang="en-US" dirty="0"/>
          </a:p>
          <a:p>
            <a:r>
              <a:rPr lang="en-US" b="1" dirty="0"/>
              <a:t>3. 🛡️ Ineffective Management Oversight</a:t>
            </a:r>
          </a:p>
          <a:p>
            <a:r>
              <a:rPr lang="en-US" b="1" dirty="0"/>
              <a:t>Problem:</a:t>
            </a:r>
            <a:r>
              <a:rPr lang="en-US" dirty="0"/>
              <a:t> Security or operations managers, particularly those overseeing multiple sites or zones (like an Admin viewing multiple user areas), lack a centralized, instantaneous way to confirm current conditions across all monitored spaces.</a:t>
            </a:r>
          </a:p>
          <a:p>
            <a:r>
              <a:rPr lang="en-US" b="1" dirty="0"/>
              <a:t>Solution:</a:t>
            </a:r>
            <a:r>
              <a:rPr lang="en-US" dirty="0"/>
              <a:t> The </a:t>
            </a:r>
            <a:r>
              <a:rPr lang="en-US" b="1" dirty="0"/>
              <a:t>Admin View</a:t>
            </a:r>
            <a:r>
              <a:rPr lang="en-US" dirty="0"/>
              <a:t> and centralized dashboard allow supervisors to </a:t>
            </a:r>
            <a:r>
              <a:rPr lang="en-US" b="1" dirty="0"/>
              <a:t>remotely monitor live counts</a:t>
            </a:r>
            <a:r>
              <a:rPr lang="en-US" dirty="0"/>
              <a:t> and quickly verify the active status of multiple zones, improving security response times and overall operational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71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CEECF-92C2-7208-FF65-54E03151BC4F}"/>
              </a:ext>
            </a:extLst>
          </p:cNvPr>
          <p:cNvSpPr txBox="1"/>
          <p:nvPr/>
        </p:nvSpPr>
        <p:spPr>
          <a:xfrm>
            <a:off x="3873910" y="78658"/>
            <a:ext cx="3952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Future Enhancements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B25B0-ED64-9B07-F296-54688F0F60BF}"/>
              </a:ext>
            </a:extLst>
          </p:cNvPr>
          <p:cNvSpPr txBox="1"/>
          <p:nvPr/>
        </p:nvSpPr>
        <p:spPr>
          <a:xfrm>
            <a:off x="1563329" y="540323"/>
            <a:ext cx="1062867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Behavioral Anomaly Detection</a:t>
            </a:r>
          </a:p>
          <a:p>
            <a:r>
              <a:rPr lang="en-US" b="1" dirty="0"/>
              <a:t>What it is:</a:t>
            </a:r>
            <a:r>
              <a:rPr lang="en-US" dirty="0"/>
              <a:t> Moving beyond counting to </a:t>
            </a:r>
            <a:r>
              <a:rPr lang="en-US" b="1" dirty="0"/>
              <a:t>contextual monitoring</a:t>
            </a:r>
            <a:r>
              <a:rPr lang="en-US" dirty="0"/>
              <a:t>.</a:t>
            </a:r>
          </a:p>
          <a:p>
            <a:r>
              <a:rPr lang="en-US" b="1" dirty="0"/>
              <a:t>Mechanism:</a:t>
            </a:r>
            <a:r>
              <a:rPr lang="en-US" dirty="0"/>
              <a:t> Analyze the tracked object data (speed, location, duration) to automatically detect unusual or risky patterns.</a:t>
            </a:r>
          </a:p>
          <a:p>
            <a:r>
              <a:rPr lang="en-US" b="1" dirty="0"/>
              <a:t>Examples:</a:t>
            </a:r>
            <a:r>
              <a:rPr lang="en-US" dirty="0"/>
              <a:t> Flagging </a:t>
            </a:r>
            <a:r>
              <a:rPr lang="en-US" b="1" dirty="0"/>
              <a:t>loitering</a:t>
            </a:r>
            <a:r>
              <a:rPr lang="en-US" dirty="0"/>
              <a:t> (person stationary for too long) or </a:t>
            </a:r>
            <a:r>
              <a:rPr lang="en-US" b="1" dirty="0"/>
              <a:t>sudden crowd scattering</a:t>
            </a:r>
            <a:r>
              <a:rPr lang="en-US" dirty="0"/>
              <a:t> (potential panic/incident).</a:t>
            </a:r>
          </a:p>
          <a:p>
            <a:r>
              <a:rPr lang="en-US" b="1" dirty="0"/>
              <a:t>Value:</a:t>
            </a:r>
            <a:r>
              <a:rPr lang="en-US" dirty="0"/>
              <a:t> Upgrades the system to provide </a:t>
            </a:r>
            <a:r>
              <a:rPr lang="en-US" b="1" dirty="0"/>
              <a:t>proactive security intelligence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2. Mobile Notifications (Push/SMS)</a:t>
            </a:r>
          </a:p>
          <a:p>
            <a:r>
              <a:rPr lang="en-US" b="1" dirty="0"/>
              <a:t>What it is:</a:t>
            </a:r>
            <a:r>
              <a:rPr lang="en-US" dirty="0"/>
              <a:t> Ensuring critical alerts are received instantly, anywhere.</a:t>
            </a:r>
          </a:p>
          <a:p>
            <a:r>
              <a:rPr lang="en-US" b="1" dirty="0"/>
              <a:t>Mechanism:</a:t>
            </a:r>
            <a:r>
              <a:rPr lang="en-US" dirty="0"/>
              <a:t> Integrate with services like </a:t>
            </a:r>
            <a:r>
              <a:rPr lang="en-US" b="1" dirty="0"/>
              <a:t>FCM (Firebase Cloud Messaging)</a:t>
            </a:r>
            <a:r>
              <a:rPr lang="en-US" dirty="0"/>
              <a:t> for push notifications or </a:t>
            </a:r>
            <a:r>
              <a:rPr lang="en-US" b="1" dirty="0"/>
              <a:t>Twilio/Vonage</a:t>
            </a:r>
            <a:r>
              <a:rPr lang="en-US" dirty="0"/>
              <a:t> for SMS. The server sends the alert payload directly to the registered mobile devices.</a:t>
            </a:r>
          </a:p>
          <a:p>
            <a:r>
              <a:rPr lang="en-US" b="1" dirty="0"/>
              <a:t>Value:</a:t>
            </a:r>
            <a:r>
              <a:rPr lang="en-US" dirty="0"/>
              <a:t> Guarantees </a:t>
            </a:r>
            <a:r>
              <a:rPr lang="en-US" b="1" dirty="0"/>
              <a:t>immediate response</a:t>
            </a:r>
            <a:r>
              <a:rPr lang="en-US" dirty="0"/>
              <a:t> to capacity breaches, even when personnel are away from the dashboard.</a:t>
            </a:r>
          </a:p>
          <a:p>
            <a:endParaRPr lang="en-IN" dirty="0"/>
          </a:p>
          <a:p>
            <a:r>
              <a:rPr lang="en-US" b="1" dirty="0"/>
              <a:t>3. User Role-Based Data Filtering</a:t>
            </a:r>
          </a:p>
          <a:p>
            <a:r>
              <a:rPr lang="en-US" b="1" dirty="0"/>
              <a:t>What it is:</a:t>
            </a:r>
            <a:r>
              <a:rPr lang="en-US" dirty="0"/>
              <a:t> Implementing security and privacy controls over data access.</a:t>
            </a:r>
          </a:p>
          <a:p>
            <a:r>
              <a:rPr lang="en-US" b="1" dirty="0"/>
              <a:t>Mechanism:</a:t>
            </a:r>
            <a:r>
              <a:rPr lang="en-US" dirty="0"/>
              <a:t> Define </a:t>
            </a:r>
            <a:r>
              <a:rPr lang="en-US" b="1" dirty="0"/>
              <a:t>roles and permissions</a:t>
            </a:r>
            <a:r>
              <a:rPr lang="en-US" dirty="0"/>
              <a:t> (e.g., Admin, </a:t>
            </a:r>
            <a:r>
              <a:rPr lang="en-US" dirty="0" err="1"/>
              <a:t>Manager_Cafeteria</a:t>
            </a:r>
            <a:r>
              <a:rPr lang="en-US" dirty="0"/>
              <a:t>) in the application logic. Restrict each user's view to only the camera feeds, settings, and historical logs relevant to their role.</a:t>
            </a:r>
          </a:p>
          <a:p>
            <a:r>
              <a:rPr lang="en-US" b="1" dirty="0"/>
              <a:t>Value:</a:t>
            </a:r>
            <a:r>
              <a:rPr lang="en-US" dirty="0"/>
              <a:t> Enhances security and creates a </a:t>
            </a:r>
            <a:r>
              <a:rPr lang="en-US" b="1" dirty="0"/>
              <a:t>clear, customized experience</a:t>
            </a:r>
            <a:r>
              <a:rPr lang="en-US" dirty="0"/>
              <a:t> by preventing information overload for non-admin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984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C86885-A001-6A3C-D733-812C04AB8748}"/>
              </a:ext>
            </a:extLst>
          </p:cNvPr>
          <p:cNvSpPr txBox="1"/>
          <p:nvPr/>
        </p:nvSpPr>
        <p:spPr>
          <a:xfrm>
            <a:off x="1769806" y="234047"/>
            <a:ext cx="1042219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Hardware Acceleration (GPU/NPU Optimization)</a:t>
            </a:r>
          </a:p>
          <a:p>
            <a:r>
              <a:rPr lang="en-US" b="1" dirty="0"/>
              <a:t>What it is:</a:t>
            </a:r>
            <a:r>
              <a:rPr lang="en-US" dirty="0"/>
              <a:t> Boosting the speed and capacity of the video analysis engine.</a:t>
            </a:r>
          </a:p>
          <a:p>
            <a:r>
              <a:rPr lang="en-US" b="1" dirty="0"/>
              <a:t>Mechanism:</a:t>
            </a:r>
            <a:r>
              <a:rPr lang="en-US" dirty="0"/>
              <a:t> Configure the YOLO model to utilize specialized hardware like </a:t>
            </a:r>
            <a:r>
              <a:rPr lang="en-US" b="1" dirty="0"/>
              <a:t>NVIDIA GPUs (CUDA)</a:t>
            </a:r>
            <a:r>
              <a:rPr lang="en-US" dirty="0"/>
              <a:t> or </a:t>
            </a:r>
            <a:r>
              <a:rPr lang="en-US" b="1" dirty="0"/>
              <a:t>Jetson NPUs</a:t>
            </a:r>
            <a:r>
              <a:rPr lang="en-US" dirty="0"/>
              <a:t>. This involves code optimization and specialized hardware deployment.</a:t>
            </a:r>
          </a:p>
          <a:p>
            <a:r>
              <a:rPr lang="en-US" b="1" dirty="0"/>
              <a:t>Value:</a:t>
            </a:r>
            <a:r>
              <a:rPr lang="en-US" dirty="0"/>
              <a:t> Achieves a significantly </a:t>
            </a:r>
            <a:r>
              <a:rPr lang="en-US" b="1" dirty="0"/>
              <a:t>higher Frame Rate (FPS)</a:t>
            </a:r>
            <a:r>
              <a:rPr lang="en-US" dirty="0"/>
              <a:t>, allowing the system to monitor </a:t>
            </a:r>
            <a:r>
              <a:rPr lang="en-US" b="1" dirty="0"/>
              <a:t>more high-resolution cameras simultaneously</a:t>
            </a:r>
            <a:r>
              <a:rPr lang="en-US" dirty="0"/>
              <a:t> with better performance.</a:t>
            </a:r>
          </a:p>
          <a:p>
            <a:endParaRPr lang="en-US" dirty="0"/>
          </a:p>
          <a:p>
            <a:r>
              <a:rPr lang="en-US" b="1" dirty="0"/>
              <a:t>5. Adding Camera by IP Address (RTSP/HTTP Stream)</a:t>
            </a:r>
          </a:p>
          <a:p>
            <a:r>
              <a:rPr lang="en-US" b="1" dirty="0"/>
              <a:t>What it is:</a:t>
            </a:r>
            <a:r>
              <a:rPr lang="en-US" dirty="0"/>
              <a:t> Allowing seamless integration of professional security cameras.</a:t>
            </a:r>
          </a:p>
          <a:p>
            <a:r>
              <a:rPr lang="en-US" b="1" dirty="0"/>
              <a:t>Mechanism:</a:t>
            </a:r>
            <a:r>
              <a:rPr lang="en-US" dirty="0"/>
              <a:t> Update the camera configuration to accept a full </a:t>
            </a:r>
            <a:r>
              <a:rPr lang="en-US" b="1" dirty="0"/>
              <a:t>RTSP or HTTP stream URL</a:t>
            </a:r>
            <a:r>
              <a:rPr lang="en-US" dirty="0"/>
              <a:t>. This URL is then passed directly to cv2.VideoCapture() in the backend.</a:t>
            </a:r>
          </a:p>
          <a:p>
            <a:r>
              <a:rPr lang="en-US" b="1" dirty="0"/>
              <a:t>Value:</a:t>
            </a:r>
            <a:r>
              <a:rPr lang="en-US" dirty="0"/>
              <a:t> Essential for </a:t>
            </a:r>
            <a:r>
              <a:rPr lang="en-US" b="1" dirty="0"/>
              <a:t>real-world deployment</a:t>
            </a:r>
            <a:r>
              <a:rPr lang="en-US" dirty="0"/>
              <a:t>, enabling the system to monitor permanent, installed IP surveillance cameras.</a:t>
            </a:r>
          </a:p>
        </p:txBody>
      </p:sp>
    </p:spTree>
    <p:extLst>
      <p:ext uri="{BB962C8B-B14F-4D97-AF65-F5344CB8AC3E}">
        <p14:creationId xmlns:p14="http://schemas.microsoft.com/office/powerpoint/2010/main" val="163218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021143-BFCA-C9D7-6DB2-6BA5DBD313E5}"/>
              </a:ext>
            </a:extLst>
          </p:cNvPr>
          <p:cNvSpPr txBox="1"/>
          <p:nvPr/>
        </p:nvSpPr>
        <p:spPr>
          <a:xfrm>
            <a:off x="2949677" y="147484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Understanding of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AB146-FECD-29AB-83B4-205878504592}"/>
              </a:ext>
            </a:extLst>
          </p:cNvPr>
          <p:cNvSpPr txBox="1"/>
          <p:nvPr/>
        </p:nvSpPr>
        <p:spPr>
          <a:xfrm>
            <a:off x="1376516" y="747250"/>
            <a:ext cx="106876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b="1" dirty="0"/>
              <a:t>Milestone 1: </a:t>
            </a:r>
            <a:r>
              <a:rPr lang="en-US" dirty="0"/>
              <a:t>Login , Registration page, </a:t>
            </a:r>
            <a:r>
              <a:rPr lang="en-US" dirty="0" err="1"/>
              <a:t>Dashboard,Security</a:t>
            </a:r>
            <a:r>
              <a:rPr lang="en-US" dirty="0"/>
              <a:t> &amp; JWT implementation of </a:t>
            </a:r>
            <a:r>
              <a:rPr lang="en-US" dirty="0" err="1"/>
              <a:t>jwt</a:t>
            </a:r>
            <a:r>
              <a:rPr lang="en-US" dirty="0"/>
              <a:t> for user login created in M1</a:t>
            </a:r>
          </a:p>
          <a:p>
            <a:pPr marL="400050" indent="-400050">
              <a:buFont typeface="+mj-lt"/>
              <a:buAutoNum type="romanUcPeriod"/>
            </a:pPr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IN" b="1" dirty="0"/>
              <a:t>Milestone 2: </a:t>
            </a:r>
            <a:r>
              <a:rPr lang="en-IN" dirty="0"/>
              <a:t>Detecting, People count &amp; Edit Zones-in </a:t>
            </a:r>
            <a:r>
              <a:rPr lang="en-IN" dirty="0" err="1"/>
              <a:t>webcam,video</a:t>
            </a:r>
            <a:r>
              <a:rPr lang="en-IN" dirty="0"/>
              <a:t> and image</a:t>
            </a:r>
          </a:p>
          <a:p>
            <a:r>
              <a:rPr lang="en-IN" dirty="0"/>
              <a:t>                   1.FE,BE,DB-login,registraion,dashboard of M1</a:t>
            </a:r>
          </a:p>
          <a:p>
            <a:r>
              <a:rPr lang="en-IN" dirty="0"/>
              <a:t>                   2.JWT-Login authentication</a:t>
            </a:r>
          </a:p>
          <a:p>
            <a:r>
              <a:rPr lang="en-IN" dirty="0"/>
              <a:t>                   3.Video Feed and Zone Management </a:t>
            </a:r>
          </a:p>
          <a:p>
            <a:r>
              <a:rPr lang="en-IN" dirty="0"/>
              <a:t>                   4.Connect to webcam/IP camera. </a:t>
            </a:r>
          </a:p>
          <a:p>
            <a:r>
              <a:rPr lang="en-IN" dirty="0"/>
              <a:t>                   5.Draw and save zones on video feed(selecting the zone &amp; </a:t>
            </a:r>
            <a:r>
              <a:rPr lang="en-IN" dirty="0" err="1"/>
              <a:t>drwaing</a:t>
            </a:r>
            <a:r>
              <a:rPr lang="en-IN" dirty="0"/>
              <a:t> the line). </a:t>
            </a:r>
          </a:p>
          <a:p>
            <a:r>
              <a:rPr lang="en-IN" dirty="0"/>
              <a:t>                   6.Preview and edit zones7.Count people for </a:t>
            </a:r>
            <a:r>
              <a:rPr lang="en-IN" dirty="0" err="1"/>
              <a:t>Images,Videos,Live</a:t>
            </a:r>
            <a:r>
              <a:rPr lang="en-IN" dirty="0"/>
              <a:t> Webcam</a:t>
            </a:r>
          </a:p>
          <a:p>
            <a:endParaRPr lang="en-IN" dirty="0"/>
          </a:p>
          <a:p>
            <a:pPr marL="400050" indent="-400050">
              <a:buAutoNum type="romanUcPeriod" startAt="3"/>
            </a:pPr>
            <a:r>
              <a:rPr lang="en-IN" b="1" dirty="0"/>
              <a:t>Milestone 3</a:t>
            </a:r>
            <a:r>
              <a:rPr lang="en-IN" dirty="0"/>
              <a:t>: </a:t>
            </a:r>
            <a:r>
              <a:rPr lang="en-US" dirty="0"/>
              <a:t>LIVE Dashboard-understanding the requirements &amp; steps to implement libraries &amp; the               	connect to the project </a:t>
            </a:r>
          </a:p>
          <a:p>
            <a:r>
              <a:rPr lang="en-US" dirty="0"/>
              <a:t>             1. 1st map/chart is about people count.    </a:t>
            </a:r>
          </a:p>
          <a:p>
            <a:r>
              <a:rPr lang="en-US" dirty="0"/>
              <a:t>                     what are the inputs ?(live video captured at main </a:t>
            </a:r>
            <a:r>
              <a:rPr lang="en-US" dirty="0" err="1"/>
              <a:t>entrance,retail</a:t>
            </a:r>
            <a:r>
              <a:rPr lang="en-US" dirty="0"/>
              <a:t> </a:t>
            </a:r>
            <a:r>
              <a:rPr lang="en-US" dirty="0" err="1"/>
              <a:t>area,food</a:t>
            </a:r>
            <a:r>
              <a:rPr lang="en-US" dirty="0"/>
              <a:t> court) what is the 			expected output ?(plot to give the crowd count)    how to implement? -line plot</a:t>
            </a:r>
          </a:p>
          <a:p>
            <a:r>
              <a:rPr lang="en-US" dirty="0"/>
              <a:t>              2. 2nd map/chart is about density that you can understand in one glance    heatmap or scatterplot</a:t>
            </a:r>
          </a:p>
          <a:p>
            <a:r>
              <a:rPr lang="en-US" dirty="0"/>
              <a:t>              3.bar plot can be used for zone occupancy. People Count. </a:t>
            </a:r>
          </a:p>
          <a:p>
            <a:r>
              <a:rPr lang="en-US" dirty="0"/>
              <a:t>              4.Alert System/Notifications when the ppl count is exceeding the threshold set(threshold can be given 		dynamically/static within the code)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811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28832-DE56-DB02-CC8E-4C08A6B7702E}"/>
              </a:ext>
            </a:extLst>
          </p:cNvPr>
          <p:cNvSpPr txBox="1"/>
          <p:nvPr/>
        </p:nvSpPr>
        <p:spPr>
          <a:xfrm>
            <a:off x="3942735" y="98325"/>
            <a:ext cx="5053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Libraries to Be Installed</a:t>
            </a: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FA62C5-100C-1CCB-3893-30C941C00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668157"/>
              </p:ext>
            </p:extLst>
          </p:nvPr>
        </p:nvGraphicFramePr>
        <p:xfrm>
          <a:off x="1691148" y="599318"/>
          <a:ext cx="10500852" cy="6041745"/>
        </p:xfrm>
        <a:graphic>
          <a:graphicData uri="http://schemas.openxmlformats.org/drawingml/2006/table">
            <a:tbl>
              <a:tblPr/>
              <a:tblGrid>
                <a:gridCol w="1995948">
                  <a:extLst>
                    <a:ext uri="{9D8B030D-6E8A-4147-A177-3AD203B41FA5}">
                      <a16:colId xmlns:a16="http://schemas.microsoft.com/office/drawing/2014/main" val="3494387155"/>
                    </a:ext>
                  </a:extLst>
                </a:gridCol>
                <a:gridCol w="1936955">
                  <a:extLst>
                    <a:ext uri="{9D8B030D-6E8A-4147-A177-3AD203B41FA5}">
                      <a16:colId xmlns:a16="http://schemas.microsoft.com/office/drawing/2014/main" val="3142373697"/>
                    </a:ext>
                  </a:extLst>
                </a:gridCol>
                <a:gridCol w="2694038">
                  <a:extLst>
                    <a:ext uri="{9D8B030D-6E8A-4147-A177-3AD203B41FA5}">
                      <a16:colId xmlns:a16="http://schemas.microsoft.com/office/drawing/2014/main" val="815569911"/>
                    </a:ext>
                  </a:extLst>
                </a:gridCol>
                <a:gridCol w="3873911">
                  <a:extLst>
                    <a:ext uri="{9D8B030D-6E8A-4147-A177-3AD203B41FA5}">
                      <a16:colId xmlns:a16="http://schemas.microsoft.com/office/drawing/2014/main" val="3262015197"/>
                    </a:ext>
                  </a:extLst>
                </a:gridCol>
              </a:tblGrid>
              <a:tr h="2865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Library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Command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Purpose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33431"/>
                  </a:ext>
                </a:extLst>
              </a:tr>
              <a:tr h="7392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Deep Learning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ultralytics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ultralytics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Provides the YOLOv8 model for object detection and tracking.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020224"/>
                  </a:ext>
                </a:extLst>
              </a:tr>
              <a:tr h="8833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Video Processing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opencv-python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opencv-python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Handles video stream capture, frame processing, and drawing annotations.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350757"/>
                  </a:ext>
                </a:extLst>
              </a:tr>
              <a:tr h="6843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Web Framework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Flask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Flask</a:t>
                      </a:r>
                      <a:endParaRPr lang="en-IN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core Python web server to run your dashboard and APIs.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634254"/>
                  </a:ext>
                </a:extLst>
              </a:tr>
              <a:tr h="8833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Cloud Integration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Pyrebase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Pyrebase4</a:t>
                      </a:r>
                      <a:endParaRPr lang="en-IN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Manages connections to </a:t>
                      </a: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Firebase</a:t>
                      </a: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Realtime Database and Authentication.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503678"/>
                  </a:ext>
                </a:extLst>
              </a:tr>
              <a:tr h="7392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Security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PyJWT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PyJWT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Used for generating and verifying secure </a:t>
                      </a: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JSON Web Tokens</a:t>
                      </a: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(sessions).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619885"/>
                  </a:ext>
                </a:extLst>
              </a:tr>
              <a:tr h="10822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Handling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numpy</a:t>
                      </a:r>
                      <a:endParaRPr lang="en-IN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</a:t>
                      </a:r>
                      <a:r>
                        <a:rPr lang="en-IN" sz="16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numpy</a:t>
                      </a:r>
                      <a:endParaRPr lang="en-IN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Essential for array operations and mathematical calculations (distances, etc.).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81791"/>
                  </a:ext>
                </a:extLst>
              </a:tr>
              <a:tr h="7392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Visualization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matplotlib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pip install matplotlib</a:t>
                      </a:r>
                      <a:endParaRPr lang="en-IN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Used to generate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charts and graphs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for historical data and density trends.</a:t>
                      </a:r>
                    </a:p>
                  </a:txBody>
                  <a:tcPr marL="35235" marR="35235" marT="23490" marB="2349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227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0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CD616-20A8-9039-0268-EBF2C62EB0AE}"/>
              </a:ext>
            </a:extLst>
          </p:cNvPr>
          <p:cNvSpPr txBox="1"/>
          <p:nvPr/>
        </p:nvSpPr>
        <p:spPr>
          <a:xfrm>
            <a:off x="4827639" y="8849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Mathematics &amp; Formulas Behind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EAB3B-6CEA-8BB9-C7CB-0AF6CD266D61}"/>
              </a:ext>
            </a:extLst>
          </p:cNvPr>
          <p:cNvSpPr txBox="1"/>
          <p:nvPr/>
        </p:nvSpPr>
        <p:spPr>
          <a:xfrm>
            <a:off x="1617405" y="654234"/>
            <a:ext cx="10078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Bounding Box Center (Centroid)</a:t>
            </a:r>
          </a:p>
          <a:p>
            <a:pPr>
              <a:buNone/>
            </a:pPr>
            <a:r>
              <a:rPr lang="en-US" dirty="0"/>
              <a:t>           This calculation localizes the center point of the detected object for tracking.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514E16-7B60-E908-E8F6-01FDDB9B9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41372"/>
              </p:ext>
            </p:extLst>
          </p:nvPr>
        </p:nvGraphicFramePr>
        <p:xfrm>
          <a:off x="1671482" y="1446441"/>
          <a:ext cx="9969909" cy="236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355">
                  <a:extLst>
                    <a:ext uri="{9D8B030D-6E8A-4147-A177-3AD203B41FA5}">
                      <a16:colId xmlns:a16="http://schemas.microsoft.com/office/drawing/2014/main" val="4016034034"/>
                    </a:ext>
                  </a:extLst>
                </a:gridCol>
                <a:gridCol w="5848554">
                  <a:extLst>
                    <a:ext uri="{9D8B030D-6E8A-4147-A177-3AD203B41FA5}">
                      <a16:colId xmlns:a16="http://schemas.microsoft.com/office/drawing/2014/main" val="3022358132"/>
                    </a:ext>
                  </a:extLst>
                </a:gridCol>
              </a:tblGrid>
              <a:tr h="44484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Python Code Snippet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513668"/>
                  </a:ext>
                </a:extLst>
              </a:tr>
              <a:tr h="19170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... where </a:t>
                      </a:r>
                      <a:r>
                        <a:rPr lang="en-US" dirty="0" err="1"/>
                        <a:t>get_bbox_center</a:t>
                      </a:r>
                      <a:r>
                        <a:rPr lang="en-US" dirty="0"/>
                        <a:t> is defined as: </a:t>
                      </a:r>
                    </a:p>
                    <a:p>
                      <a:r>
                        <a:rPr lang="en-US" dirty="0"/>
                        <a:t>def </a:t>
                      </a:r>
                      <a:r>
                        <a:rPr lang="en-US" dirty="0" err="1"/>
                        <a:t>get_bbox_center</a:t>
                      </a:r>
                      <a:r>
                        <a:rPr lang="en-US" dirty="0"/>
                        <a:t>(x1, y1, x2, y2): </a:t>
                      </a:r>
                    </a:p>
                    <a:p>
                      <a:r>
                        <a:rPr lang="en-US" dirty="0"/>
                        <a:t>          return int((x1 + x2) / 2), int((y1 + y2) / 2)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center_x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center_y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get_bbox_center</a:t>
                      </a:r>
                      <a:r>
                        <a:rPr lang="en-US" dirty="0"/>
                        <a:t>(x_1, y_1, x_2, y_2)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632488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D46B97DC-827D-198C-955E-B9538AC8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05" y="2008439"/>
            <a:ext cx="2030534" cy="169173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54A76D0-F1D3-4D13-961D-59561951E6D3}"/>
              </a:ext>
            </a:extLst>
          </p:cNvPr>
          <p:cNvSpPr txBox="1"/>
          <p:nvPr/>
        </p:nvSpPr>
        <p:spPr>
          <a:xfrm>
            <a:off x="932105" y="4031773"/>
            <a:ext cx="1108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rgbClr val="1B1C1D"/>
                </a:solidFill>
                <a:effectLst/>
                <a:latin typeface="Google Sans Flex"/>
              </a:rPr>
              <a:t>2. Euclidean Distance (Object Tracking)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B1C1D"/>
                </a:solidFill>
                <a:effectLst/>
                <a:latin typeface="Google Sans Flex"/>
              </a:rPr>
              <a:t>Used to measure the distance between the current detection and previously tracked objects to assign a consistent ID.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E925B13-9E8A-4E29-B9FD-195AF34B0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02491"/>
              </p:ext>
            </p:extLst>
          </p:nvPr>
        </p:nvGraphicFramePr>
        <p:xfrm>
          <a:off x="1671482" y="4831354"/>
          <a:ext cx="996990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355">
                  <a:extLst>
                    <a:ext uri="{9D8B030D-6E8A-4147-A177-3AD203B41FA5}">
                      <a16:colId xmlns:a16="http://schemas.microsoft.com/office/drawing/2014/main" val="4016034034"/>
                    </a:ext>
                  </a:extLst>
                </a:gridCol>
                <a:gridCol w="5848554">
                  <a:extLst>
                    <a:ext uri="{9D8B030D-6E8A-4147-A177-3AD203B41FA5}">
                      <a16:colId xmlns:a16="http://schemas.microsoft.com/office/drawing/2014/main" val="3022358132"/>
                    </a:ext>
                  </a:extLst>
                </a:gridCol>
              </a:tblGrid>
              <a:tr h="2335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Python Code Snippet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513668"/>
                  </a:ext>
                </a:extLst>
              </a:tr>
              <a:tr h="80056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dist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np.sqrt</a:t>
                      </a:r>
                      <a:r>
                        <a:rPr lang="en-US" dirty="0"/>
                        <a:t>((</a:t>
                      </a:r>
                      <a:r>
                        <a:rPr lang="en-US" dirty="0" err="1"/>
                        <a:t>center_x</a:t>
                      </a:r>
                      <a:r>
                        <a:rPr lang="en-US" dirty="0"/>
                        <a:t> - </a:t>
                      </a:r>
                      <a:r>
                        <a:rPr lang="en-US" dirty="0" err="1"/>
                        <a:t>prev_x</a:t>
                      </a:r>
                      <a:r>
                        <a:rPr lang="en-US" dirty="0"/>
                        <a:t>)**2 + (</a:t>
                      </a:r>
                      <a:r>
                        <a:rPr lang="en-US" dirty="0" err="1"/>
                        <a:t>center_y-prev_y</a:t>
                      </a:r>
                      <a:r>
                        <a:rPr lang="en-US" dirty="0"/>
                        <a:t>)**2) </a:t>
                      </a:r>
                    </a:p>
                    <a:p>
                      <a:r>
                        <a:rPr lang="en-US" dirty="0"/>
                        <a:t>if </a:t>
                      </a:r>
                      <a:r>
                        <a:rPr lang="en-US" dirty="0" err="1"/>
                        <a:t>dist</a:t>
                      </a:r>
                      <a:r>
                        <a:rPr lang="en-US" dirty="0"/>
                        <a:t> &lt; </a:t>
                      </a:r>
                      <a:r>
                        <a:rPr lang="en-US" dirty="0" err="1"/>
                        <a:t>min_dist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dist</a:t>
                      </a:r>
                      <a:r>
                        <a:rPr lang="en-US" dirty="0"/>
                        <a:t> &lt; 100: # ... matching logic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632488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A049C74E-559B-AFF0-F7DB-9DC0973A3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16" y="5281319"/>
            <a:ext cx="3388845" cy="58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4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FD5ABF-8FD3-AC97-2934-960862105246}"/>
              </a:ext>
            </a:extLst>
          </p:cNvPr>
          <p:cNvSpPr txBox="1"/>
          <p:nvPr/>
        </p:nvSpPr>
        <p:spPr>
          <a:xfrm>
            <a:off x="1582993" y="433071"/>
            <a:ext cx="9547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Area of Interest (AOI) Line Check</a:t>
            </a:r>
          </a:p>
          <a:p>
            <a:pPr>
              <a:buNone/>
            </a:pPr>
            <a:r>
              <a:rPr lang="en-US" dirty="0"/>
              <a:t>          Used to determine if the object's centroid is counted (i.e., below the defined line).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585935-4A45-E80A-35E9-A51A28100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90629"/>
              </p:ext>
            </p:extLst>
          </p:nvPr>
        </p:nvGraphicFramePr>
        <p:xfrm>
          <a:off x="2032000" y="1171950"/>
          <a:ext cx="9737213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071">
                  <a:extLst>
                    <a:ext uri="{9D8B030D-6E8A-4147-A177-3AD203B41FA5}">
                      <a16:colId xmlns:a16="http://schemas.microsoft.com/office/drawing/2014/main" val="4204014942"/>
                    </a:ext>
                  </a:extLst>
                </a:gridCol>
                <a:gridCol w="6322142">
                  <a:extLst>
                    <a:ext uri="{9D8B030D-6E8A-4147-A177-3AD203B41FA5}">
                      <a16:colId xmlns:a16="http://schemas.microsoft.com/office/drawing/2014/main" val="1955101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Python Code Snippet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786519"/>
                  </a:ext>
                </a:extLst>
              </a:tr>
              <a:tr h="188266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 Parameters</a:t>
                      </a:r>
                      <a:r>
                        <a:rPr lang="en-US" dirty="0"/>
                        <a:t> (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en-US" dirty="0"/>
                        <a:t> and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dirty="0"/>
                        <a:t>):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8430CE"/>
                          </a:solidFill>
                          <a:effectLst/>
                          <a:latin typeface="Google Sans Code"/>
                        </a:rPr>
                        <a:t>def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  <a:r>
                        <a:rPr lang="en-US" b="0" i="0" dirty="0" err="1">
                          <a:solidFill>
                            <a:srgbClr val="996900"/>
                          </a:solidFill>
                          <a:effectLst/>
                          <a:latin typeface="Google Sans Code"/>
                        </a:rPr>
                        <a:t>is_in_aoi_below_line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(</a:t>
                      </a:r>
                      <a:r>
                        <a:rPr lang="en-US" b="0" i="0" dirty="0" err="1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center_x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, </a:t>
                      </a:r>
                      <a:r>
                        <a:rPr lang="en-US" b="0" i="0" dirty="0" err="1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center_y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, </a:t>
                      </a:r>
                      <a:r>
                        <a:rPr lang="en-US" b="0" i="0" dirty="0" err="1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line_coords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): 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Unpack the line coordinates from the list/tuple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x1, y1, x2, y2 = </a:t>
                      </a:r>
                      <a:r>
                        <a:rPr lang="en-US" b="0" i="0" dirty="0" err="1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line_coords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Error check for vertical line (x1 == x2)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The original code skipped this, but proper implementation requires it.</a:t>
                      </a:r>
                    </a:p>
                    <a:p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  <a:r>
                        <a:rPr lang="en-US" b="0" i="0" dirty="0">
                          <a:solidFill>
                            <a:srgbClr val="8430CE"/>
                          </a:solidFill>
                          <a:effectLst/>
                          <a:latin typeface="Google Sans Code"/>
                        </a:rPr>
                        <a:t>if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x1 == x2: </a:t>
                      </a:r>
                      <a:r>
                        <a:rPr lang="en-US" b="0" i="0" dirty="0">
                          <a:solidFill>
                            <a:srgbClr val="8430CE"/>
                          </a:solidFill>
                          <a:effectLst/>
                          <a:latin typeface="Google Sans Code"/>
                        </a:rPr>
                        <a:t>return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  <a:r>
                        <a:rPr lang="en-US" b="0" i="0" dirty="0">
                          <a:solidFill>
                            <a:srgbClr val="B55908"/>
                          </a:solidFill>
                          <a:effectLst/>
                          <a:latin typeface="Google Sans Code"/>
                        </a:rPr>
                        <a:t>False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Cannot calculate slope; assume outside or handle as error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1. Calculate the slope (m) of the line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m = (y2 - y1) / (x2 - x1) 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2. Calculate the y-intercept (b) of the line (using y = mx + b)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b = y1 - m * x1 </a:t>
                      </a:r>
                    </a:p>
                    <a:p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3. Check if the object's </a:t>
                      </a:r>
                      <a:r>
                        <a:rPr lang="en-US" b="0" i="0" dirty="0" err="1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center_y</a:t>
                      </a:r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 is below the line (i.e., inside the AOI)</a:t>
                      </a:r>
                    </a:p>
                    <a:p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# The condition </a:t>
                      </a:r>
                      <a:r>
                        <a:rPr lang="en-US" b="0" i="0" dirty="0" err="1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center_y</a:t>
                      </a:r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 &gt; (m * </a:t>
                      </a:r>
                      <a:r>
                        <a:rPr lang="en-US" b="0" i="0" dirty="0" err="1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center_x</a:t>
                      </a:r>
                      <a:r>
                        <a:rPr lang="en-US" b="0" i="0" dirty="0">
                          <a:solidFill>
                            <a:srgbClr val="5F6368"/>
                          </a:solidFill>
                          <a:effectLst/>
                          <a:latin typeface="Google Sans Code"/>
                        </a:rPr>
                        <a:t> + b) implies "below the line"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</a:p>
                    <a:p>
                      <a:r>
                        <a:rPr lang="en-US" b="0" i="0" dirty="0">
                          <a:solidFill>
                            <a:srgbClr val="8430CE"/>
                          </a:solidFill>
                          <a:effectLst/>
                          <a:latin typeface="Google Sans Code"/>
                        </a:rPr>
                        <a:t>return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</a:t>
                      </a:r>
                      <a:r>
                        <a:rPr lang="en-US" b="0" i="0" dirty="0" err="1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center_y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&gt; m * </a:t>
                      </a:r>
                      <a:r>
                        <a:rPr lang="en-US" b="0" i="0" dirty="0" err="1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center_x</a:t>
                      </a:r>
                      <a:r>
                        <a:rPr lang="en-US" b="0" i="0" dirty="0">
                          <a:solidFill>
                            <a:srgbClr val="444746"/>
                          </a:solidFill>
                          <a:effectLst/>
                          <a:latin typeface="Google Sans Code"/>
                        </a:rPr>
                        <a:t> + 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88023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ECC19C5-E4A8-EEC7-85C6-6D7AAFBE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07" y="2800041"/>
            <a:ext cx="2520055" cy="13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6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371C90-8F54-8069-1F02-072E36554E89}"/>
              </a:ext>
            </a:extLst>
          </p:cNvPr>
          <p:cNvSpPr txBox="1"/>
          <p:nvPr/>
        </p:nvSpPr>
        <p:spPr>
          <a:xfrm>
            <a:off x="4463845" y="78659"/>
            <a:ext cx="3254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Coding Details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ECA8F7-033D-924E-F373-6FBF8D48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504" y="540324"/>
            <a:ext cx="36772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video using OpenCV </a:t>
            </a:r>
          </a:p>
        </p:txBody>
      </p:sp>
      <p:pic>
        <p:nvPicPr>
          <p:cNvPr id="5" name="Picture 4">
            <a:hlinkClick r:id="rId2" action="ppaction://hlinkfile"/>
            <a:extLst>
              <a:ext uri="{FF2B5EF4-FFF2-40B4-BE49-F238E27FC236}">
                <a16:creationId xmlns:a16="http://schemas.microsoft.com/office/drawing/2014/main" id="{BB9B018F-5C79-FF8D-4B8C-41B8B5A92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38" y="909655"/>
            <a:ext cx="6424691" cy="2924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4A4E08-AEE1-9B4E-5140-1C574909B885}"/>
              </a:ext>
            </a:extLst>
          </p:cNvPr>
          <p:cNvSpPr txBox="1"/>
          <p:nvPr/>
        </p:nvSpPr>
        <p:spPr>
          <a:xfrm>
            <a:off x="1356850" y="1012724"/>
            <a:ext cx="42082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</a:t>
            </a:r>
            <a:r>
              <a:rPr lang="en-US" b="1" dirty="0"/>
              <a:t>add a new camera</a:t>
            </a:r>
            <a:r>
              <a:rPr lang="en-US" dirty="0"/>
              <a:t>, a user must complete the following steps on the form: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Specify the </a:t>
            </a:r>
            <a:r>
              <a:rPr lang="en-US" b="1" dirty="0"/>
              <a:t>Area Name</a:t>
            </a:r>
            <a:r>
              <a:rPr lang="en-US" dirty="0"/>
              <a:t> (e.g., "Main entrance").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the </a:t>
            </a:r>
            <a:r>
              <a:rPr lang="en-US" b="1" dirty="0"/>
              <a:t>Capacity Threshold</a:t>
            </a:r>
            <a:r>
              <a:rPr lang="en-US" dirty="0"/>
              <a:t> (the count above which an alert is triggered, currently </a:t>
            </a:r>
            <a:r>
              <a:rPr lang="en-US" b="1" dirty="0"/>
              <a:t>40</a:t>
            </a:r>
            <a:r>
              <a:rPr lang="en-US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the </a:t>
            </a:r>
            <a:r>
              <a:rPr lang="en-US" b="1" dirty="0"/>
              <a:t>Input Source Type</a:t>
            </a:r>
            <a:r>
              <a:rPr lang="en-US" dirty="0"/>
              <a:t> (e.g., "Video File Upload").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 the corresponding video source details (e.g., </a:t>
            </a:r>
            <a:r>
              <a:rPr lang="en-US" b="1" dirty="0"/>
              <a:t>upload the Video File</a:t>
            </a:r>
            <a:r>
              <a:rPr lang="en-US" dirty="0"/>
              <a:t> if "Video File Upload" is selected).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the </a:t>
            </a:r>
            <a:r>
              <a:rPr lang="en-US" b="1" dirty="0"/>
              <a:t>"Save Camera"</a:t>
            </a:r>
            <a:r>
              <a:rPr lang="en-US" dirty="0"/>
              <a:t> button to submit the new camera configuration.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700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FE1FB8-BF3B-AAFF-909D-BAB62651D61B}"/>
              </a:ext>
            </a:extLst>
          </p:cNvPr>
          <p:cNvSpPr txBox="1"/>
          <p:nvPr/>
        </p:nvSpPr>
        <p:spPr>
          <a:xfrm>
            <a:off x="2074606" y="78659"/>
            <a:ext cx="936030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What's going on backend :</a:t>
            </a:r>
          </a:p>
          <a:p>
            <a:endParaRPr lang="en-IN" b="1" dirty="0"/>
          </a:p>
          <a:p>
            <a:r>
              <a:rPr lang="en-IN" dirty="0"/>
              <a:t> @app.route('/upload_video', methods=['POST'])</a:t>
            </a:r>
          </a:p>
          <a:p>
            <a:r>
              <a:rPr lang="en-IN" dirty="0"/>
              <a:t>def </a:t>
            </a:r>
            <a:r>
              <a:rPr lang="en-IN" dirty="0" err="1"/>
              <a:t>upload_video</a:t>
            </a:r>
            <a:r>
              <a:rPr lang="en-IN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logged_in_uid</a:t>
            </a:r>
            <a:r>
              <a:rPr lang="en-IN" dirty="0"/>
              <a:t> = </a:t>
            </a:r>
            <a:r>
              <a:rPr lang="en-IN" dirty="0" err="1"/>
              <a:t>get_logged_in_uid</a:t>
            </a:r>
            <a:r>
              <a:rPr lang="en-IN" dirty="0"/>
              <a:t>(request)</a:t>
            </a:r>
          </a:p>
          <a:p>
            <a:r>
              <a:rPr lang="en-IN" dirty="0"/>
              <a:t>    if not </a:t>
            </a:r>
            <a:r>
              <a:rPr lang="en-IN" dirty="0" err="1"/>
              <a:t>logged_in_uid</a:t>
            </a:r>
            <a:r>
              <a:rPr lang="en-IN" dirty="0"/>
              <a:t>: return </a:t>
            </a:r>
            <a:r>
              <a:rPr lang="en-IN" dirty="0" err="1"/>
              <a:t>jsonify</a:t>
            </a:r>
            <a:r>
              <a:rPr lang="en-IN" dirty="0"/>
              <a:t>({"error": "Unauthorized"}), 401</a:t>
            </a:r>
          </a:p>
          <a:p>
            <a:r>
              <a:rPr lang="en-IN" dirty="0"/>
              <a:t>    # Only Admins can use this page</a:t>
            </a:r>
          </a:p>
          <a:p>
            <a:r>
              <a:rPr lang="en-IN" dirty="0"/>
              <a:t>    if not </a:t>
            </a:r>
            <a:r>
              <a:rPr lang="en-IN" dirty="0" err="1"/>
              <a:t>is_user_admin</a:t>
            </a:r>
            <a:r>
              <a:rPr lang="en-IN" dirty="0"/>
              <a:t>(</a:t>
            </a:r>
            <a:r>
              <a:rPr lang="en-IN" dirty="0" err="1"/>
              <a:t>logged_in_uid</a:t>
            </a:r>
            <a:r>
              <a:rPr lang="en-IN" dirty="0"/>
              <a:t>): return </a:t>
            </a:r>
            <a:r>
              <a:rPr lang="en-IN" dirty="0" err="1"/>
              <a:t>jsonify</a:t>
            </a:r>
            <a:r>
              <a:rPr lang="en-IN" dirty="0"/>
              <a:t>({"error": "Access Denied"}), 403</a:t>
            </a:r>
          </a:p>
          <a:p>
            <a:endParaRPr lang="en-IN" dirty="0"/>
          </a:p>
          <a:p>
            <a:r>
              <a:rPr lang="en-IN" dirty="0"/>
              <a:t>    if "video" not in </a:t>
            </a:r>
            <a:r>
              <a:rPr lang="en-IN" dirty="0" err="1"/>
              <a:t>request.files</a:t>
            </a:r>
            <a:r>
              <a:rPr lang="en-IN" dirty="0"/>
              <a:t>:</a:t>
            </a:r>
          </a:p>
          <a:p>
            <a:r>
              <a:rPr lang="en-IN" dirty="0"/>
              <a:t>        return </a:t>
            </a:r>
            <a:r>
              <a:rPr lang="en-IN" dirty="0" err="1"/>
              <a:t>jsonify</a:t>
            </a:r>
            <a:r>
              <a:rPr lang="en-IN" dirty="0"/>
              <a:t>({"error": "No file"}), 400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video_file</a:t>
            </a:r>
            <a:r>
              <a:rPr lang="en-IN" dirty="0"/>
              <a:t> = </a:t>
            </a:r>
            <a:r>
              <a:rPr lang="en-IN" dirty="0" err="1"/>
              <a:t>request.files</a:t>
            </a:r>
            <a:r>
              <a:rPr lang="en-IN" dirty="0"/>
              <a:t>["video"]</a:t>
            </a:r>
          </a:p>
          <a:p>
            <a:r>
              <a:rPr lang="en-IN" dirty="0"/>
              <a:t>    </a:t>
            </a:r>
            <a:r>
              <a:rPr lang="en-IN" dirty="0" err="1"/>
              <a:t>area_name</a:t>
            </a:r>
            <a:r>
              <a:rPr lang="en-IN" dirty="0"/>
              <a:t> = </a:t>
            </a:r>
            <a:r>
              <a:rPr lang="en-IN" dirty="0" err="1"/>
              <a:t>request.form.get</a:t>
            </a:r>
            <a:r>
              <a:rPr lang="en-IN" dirty="0"/>
              <a:t>("</a:t>
            </a:r>
            <a:r>
              <a:rPr lang="en-IN" dirty="0" err="1"/>
              <a:t>areaName</a:t>
            </a:r>
            <a:r>
              <a:rPr lang="en-IN" dirty="0"/>
              <a:t>", "Unknown")</a:t>
            </a:r>
          </a:p>
          <a:p>
            <a:r>
              <a:rPr lang="en-IN" dirty="0"/>
              <a:t>    threshold = int(</a:t>
            </a:r>
            <a:r>
              <a:rPr lang="en-IN" dirty="0" err="1"/>
              <a:t>request.form.get</a:t>
            </a:r>
            <a:r>
              <a:rPr lang="en-IN" dirty="0"/>
              <a:t>("</a:t>
            </a:r>
            <a:r>
              <a:rPr lang="en-IN" dirty="0" err="1"/>
              <a:t>capacityThreshold</a:t>
            </a:r>
            <a:r>
              <a:rPr lang="en-IN" dirty="0"/>
              <a:t>", 0))</a:t>
            </a:r>
          </a:p>
          <a:p>
            <a:r>
              <a:rPr lang="en-IN" dirty="0"/>
              <a:t>    if </a:t>
            </a:r>
            <a:r>
              <a:rPr lang="en-IN" dirty="0" err="1"/>
              <a:t>get_stream_info</a:t>
            </a:r>
            <a:r>
              <a:rPr lang="en-IN" dirty="0"/>
              <a:t>(</a:t>
            </a:r>
            <a:r>
              <a:rPr lang="en-IN" dirty="0" err="1"/>
              <a:t>logged_in_uid</a:t>
            </a:r>
            <a:r>
              <a:rPr lang="en-IN" dirty="0"/>
              <a:t>, </a:t>
            </a:r>
            <a:r>
              <a:rPr lang="en-IN" dirty="0" err="1"/>
              <a:t>area_name</a:t>
            </a:r>
            <a:r>
              <a:rPr lang="en-IN" dirty="0"/>
              <a:t>):</a:t>
            </a:r>
          </a:p>
          <a:p>
            <a:r>
              <a:rPr lang="en-IN" dirty="0"/>
              <a:t>        return </a:t>
            </a:r>
            <a:r>
              <a:rPr lang="en-IN" dirty="0" err="1"/>
              <a:t>jsonify</a:t>
            </a:r>
            <a:r>
              <a:rPr lang="en-IN" dirty="0"/>
              <a:t>({"message": "Stream active. Stop first."}), 409</a:t>
            </a:r>
          </a:p>
          <a:p>
            <a:r>
              <a:rPr lang="en-IN" dirty="0"/>
              <a:t>    path = </a:t>
            </a:r>
            <a:r>
              <a:rPr lang="en-IN" dirty="0" err="1"/>
              <a:t>os.path.join</a:t>
            </a:r>
            <a:r>
              <a:rPr lang="en-IN" dirty="0"/>
              <a:t>(UPLOAD_FOLDER, </a:t>
            </a:r>
            <a:r>
              <a:rPr lang="en-IN" dirty="0" err="1"/>
              <a:t>secure_filename</a:t>
            </a:r>
            <a:r>
              <a:rPr lang="en-IN" dirty="0"/>
              <a:t>(</a:t>
            </a:r>
            <a:r>
              <a:rPr lang="en-IN" dirty="0" err="1"/>
              <a:t>video_file.filename</a:t>
            </a:r>
            <a:r>
              <a:rPr lang="en-IN" dirty="0"/>
              <a:t>))</a:t>
            </a:r>
          </a:p>
          <a:p>
            <a:r>
              <a:rPr lang="en-IN" dirty="0"/>
              <a:t>    </a:t>
            </a:r>
            <a:r>
              <a:rPr lang="en-IN" dirty="0" err="1"/>
              <a:t>video_file.save</a:t>
            </a:r>
            <a:r>
              <a:rPr lang="en-IN" dirty="0"/>
              <a:t>(path)</a:t>
            </a:r>
          </a:p>
          <a:p>
            <a:r>
              <a:rPr lang="en-IN" dirty="0"/>
              <a:t>    if not </a:t>
            </a:r>
            <a:r>
              <a:rPr lang="en-IN" dirty="0" err="1"/>
              <a:t>os.path.exists</a:t>
            </a:r>
            <a:r>
              <a:rPr lang="en-IN" dirty="0"/>
              <a:t>(path):</a:t>
            </a:r>
          </a:p>
          <a:p>
            <a:r>
              <a:rPr lang="en-IN" dirty="0"/>
              <a:t>        return </a:t>
            </a:r>
            <a:r>
              <a:rPr lang="en-IN" dirty="0" err="1"/>
              <a:t>jsonify</a:t>
            </a:r>
            <a:r>
              <a:rPr lang="en-IN" dirty="0"/>
              <a:t>({"error": "Save failed"}), 500</a:t>
            </a:r>
          </a:p>
          <a:p>
            <a:r>
              <a:rPr lang="en-IN" dirty="0"/>
              <a:t>    </a:t>
            </a:r>
            <a:r>
              <a:rPr lang="en-IN" dirty="0" err="1"/>
              <a:t>start_stream_thread</a:t>
            </a:r>
            <a:r>
              <a:rPr lang="en-IN" dirty="0"/>
              <a:t>(</a:t>
            </a:r>
            <a:r>
              <a:rPr lang="en-IN" dirty="0" err="1"/>
              <a:t>logged_in_uid</a:t>
            </a:r>
            <a:r>
              <a:rPr lang="en-IN" dirty="0"/>
              <a:t>, </a:t>
            </a:r>
            <a:r>
              <a:rPr lang="en-IN" dirty="0" err="1"/>
              <a:t>area_name</a:t>
            </a:r>
            <a:r>
              <a:rPr lang="en-IN" dirty="0"/>
              <a:t>, path, threshold)</a:t>
            </a:r>
          </a:p>
          <a:p>
            <a:r>
              <a:rPr lang="en-IN" dirty="0"/>
              <a:t>    return </a:t>
            </a:r>
            <a:r>
              <a:rPr lang="en-IN" dirty="0" err="1"/>
              <a:t>jsonify</a:t>
            </a:r>
            <a:r>
              <a:rPr lang="en-IN" dirty="0"/>
              <a:t>({"message": </a:t>
            </a:r>
            <a:r>
              <a:rPr lang="en-IN" dirty="0" err="1"/>
              <a:t>f"Processing</a:t>
            </a:r>
            <a:r>
              <a:rPr lang="en-IN" dirty="0"/>
              <a:t> started for {</a:t>
            </a:r>
            <a:r>
              <a:rPr lang="en-IN" dirty="0" err="1"/>
              <a:t>area_name</a:t>
            </a:r>
            <a:r>
              <a:rPr lang="en-IN" dirty="0"/>
              <a:t>}."}), 200</a:t>
            </a:r>
          </a:p>
        </p:txBody>
      </p:sp>
    </p:spTree>
    <p:extLst>
      <p:ext uri="{BB962C8B-B14F-4D97-AF65-F5344CB8AC3E}">
        <p14:creationId xmlns:p14="http://schemas.microsoft.com/office/powerpoint/2010/main" val="3892926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9FD4EF9-8A39-E01D-D189-9FC3C13FC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826" y="70972"/>
            <a:ext cx="4355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YOLO model to detect objects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37BBA-B0F8-93D7-ED57-B767690F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19" y="156725"/>
            <a:ext cx="5578315" cy="4965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555D7D-A645-FB16-CE69-4E1F2563CCC2}"/>
              </a:ext>
            </a:extLst>
          </p:cNvPr>
          <p:cNvSpPr txBox="1"/>
          <p:nvPr/>
        </p:nvSpPr>
        <p:spPr>
          <a:xfrm>
            <a:off x="1553498" y="511277"/>
            <a:ext cx="49554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image displays a crowd counting system dashboard for the "</a:t>
            </a:r>
            <a:r>
              <a:rPr lang="en-US" b="1" dirty="0"/>
              <a:t>Main entrance</a:t>
            </a:r>
            <a:r>
              <a:rPr lang="en-US" dirty="0"/>
              <a:t>.“</a:t>
            </a:r>
          </a:p>
          <a:p>
            <a:endParaRPr lang="en-US" dirty="0"/>
          </a:p>
          <a:p>
            <a:r>
              <a:rPr lang="en-US" dirty="0"/>
              <a:t>The system detects people using bounding boxes: </a:t>
            </a:r>
            <a:r>
              <a:rPr lang="en-US" b="1" dirty="0"/>
              <a:t>green boxes</a:t>
            </a:r>
            <a:r>
              <a:rPr lang="en-US" dirty="0"/>
              <a:t> for general detection, and </a:t>
            </a:r>
            <a:r>
              <a:rPr lang="en-US" b="1" dirty="0"/>
              <a:t>magenta/pink boxes</a:t>
            </a:r>
            <a:r>
              <a:rPr lang="en-US" dirty="0"/>
              <a:t> for people near or across the </a:t>
            </a:r>
            <a:r>
              <a:rPr lang="en-US" b="1" dirty="0"/>
              <a:t>red horizontal line</a:t>
            </a:r>
            <a:r>
              <a:rPr lang="en-US" dirty="0"/>
              <a:t>, which defines the </a:t>
            </a:r>
            <a:r>
              <a:rPr lang="en-US" b="1" dirty="0"/>
              <a:t>Area of Interest (AOI)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system confirms the </a:t>
            </a:r>
            <a:r>
              <a:rPr lang="en-US" b="1" dirty="0"/>
              <a:t>Current Crowd</a:t>
            </a:r>
            <a:r>
              <a:rPr lang="en-US" dirty="0"/>
              <a:t> count is </a:t>
            </a:r>
            <a:r>
              <a:rPr lang="en-US" b="1" dirty="0"/>
              <a:t>16</a:t>
            </a:r>
            <a:r>
              <a:rPr lang="en-US" dirty="0"/>
              <a:t>, which is the total number of people detected within the AOI. The input source is a </a:t>
            </a:r>
            <a:r>
              <a:rPr lang="en-US" b="1" dirty="0"/>
              <a:t>Video File</a:t>
            </a:r>
            <a:r>
              <a:rPr lang="en-US" dirty="0"/>
              <a:t>, but the analysis </a:t>
            </a:r>
            <a:r>
              <a:rPr lang="en-US" b="1" dirty="0"/>
              <a:t>Status</a:t>
            </a:r>
            <a:r>
              <a:rPr lang="en-US" dirty="0"/>
              <a:t> is </a:t>
            </a:r>
            <a:r>
              <a:rPr lang="en-US" b="1" dirty="0"/>
              <a:t>Live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4847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C7B91-11E7-3B32-ABCE-C82427304F17}"/>
              </a:ext>
            </a:extLst>
          </p:cNvPr>
          <p:cNvSpPr txBox="1"/>
          <p:nvPr/>
        </p:nvSpPr>
        <p:spPr>
          <a:xfrm>
            <a:off x="2130777" y="654467"/>
            <a:ext cx="28836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= YOLO("yolov8n.pt")</a:t>
            </a:r>
          </a:p>
          <a:p>
            <a:r>
              <a:rPr lang="en-US" dirty="0" err="1"/>
              <a:t>person_class_id</a:t>
            </a:r>
            <a:r>
              <a:rPr lang="en-US" dirty="0"/>
              <a:t> = 0</a:t>
            </a:r>
          </a:p>
          <a:p>
            <a:r>
              <a:rPr lang="en-US" dirty="0" err="1"/>
              <a:t>confidence_threshold</a:t>
            </a:r>
            <a:r>
              <a:rPr lang="en-US" dirty="0"/>
              <a:t> = 0.4</a:t>
            </a:r>
          </a:p>
          <a:p>
            <a:r>
              <a:rPr lang="en-US" dirty="0" err="1"/>
              <a:t>iou_threshold</a:t>
            </a:r>
            <a:r>
              <a:rPr lang="en-US" dirty="0"/>
              <a:t> = 0.7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C6092-B51D-15AA-C074-D30E155C2BC0}"/>
              </a:ext>
            </a:extLst>
          </p:cNvPr>
          <p:cNvSpPr txBox="1"/>
          <p:nvPr/>
        </p:nvSpPr>
        <p:spPr>
          <a:xfrm>
            <a:off x="1681316" y="285135"/>
            <a:ext cx="333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Model Initialization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E5E90-AC87-DCFE-F830-16AF59AA1411}"/>
              </a:ext>
            </a:extLst>
          </p:cNvPr>
          <p:cNvSpPr txBox="1"/>
          <p:nvPr/>
        </p:nvSpPr>
        <p:spPr>
          <a:xfrm>
            <a:off x="1681316" y="1854796"/>
            <a:ext cx="2733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Prediction and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BADFF-B5FB-A426-DF71-92B109911D0F}"/>
              </a:ext>
            </a:extLst>
          </p:cNvPr>
          <p:cNvSpPr txBox="1"/>
          <p:nvPr/>
        </p:nvSpPr>
        <p:spPr>
          <a:xfrm>
            <a:off x="2130777" y="2270295"/>
            <a:ext cx="31294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results = </a:t>
            </a:r>
            <a:r>
              <a:rPr lang="en-IN" dirty="0" err="1"/>
              <a:t>model.predict</a:t>
            </a:r>
            <a:r>
              <a:rPr lang="en-IN" dirty="0"/>
              <a:t>(</a:t>
            </a:r>
          </a:p>
          <a:p>
            <a:r>
              <a:rPr lang="en-IN" dirty="0"/>
              <a:t>    source=frame, </a:t>
            </a:r>
          </a:p>
          <a:p>
            <a:r>
              <a:rPr lang="en-IN" dirty="0"/>
              <a:t>    classes=[</a:t>
            </a:r>
            <a:r>
              <a:rPr lang="en-IN" dirty="0" err="1"/>
              <a:t>person_class_id</a:t>
            </a:r>
            <a:r>
              <a:rPr lang="en-IN" dirty="0"/>
              <a:t>], </a:t>
            </a:r>
          </a:p>
          <a:p>
            <a:r>
              <a:rPr lang="en-IN" dirty="0"/>
              <a:t>    conf=</a:t>
            </a:r>
            <a:r>
              <a:rPr lang="en-IN" dirty="0" err="1"/>
              <a:t>confidence_threshold</a:t>
            </a:r>
            <a:r>
              <a:rPr lang="en-IN" dirty="0"/>
              <a:t>, </a:t>
            </a:r>
          </a:p>
          <a:p>
            <a:r>
              <a:rPr lang="en-IN" dirty="0"/>
              <a:t>    </a:t>
            </a:r>
            <a:r>
              <a:rPr lang="en-IN" dirty="0" err="1"/>
              <a:t>iou</a:t>
            </a:r>
            <a:r>
              <a:rPr lang="en-IN" dirty="0"/>
              <a:t>=</a:t>
            </a:r>
            <a:r>
              <a:rPr lang="en-IN" dirty="0" err="1"/>
              <a:t>iou_threshold</a:t>
            </a:r>
            <a:r>
              <a:rPr lang="en-IN" dirty="0"/>
              <a:t>, </a:t>
            </a:r>
          </a:p>
          <a:p>
            <a:r>
              <a:rPr lang="en-IN" dirty="0"/>
              <a:t>    stream=False, </a:t>
            </a:r>
          </a:p>
          <a:p>
            <a:r>
              <a:rPr lang="en-IN" dirty="0"/>
              <a:t>    verbose=False</a:t>
            </a:r>
          </a:p>
          <a:p>
            <a:r>
              <a:rPr lang="en-IN" dirty="0"/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3D7A2C-CFF3-CEEB-EDDA-1758C31F80B2}"/>
              </a:ext>
            </a:extLst>
          </p:cNvPr>
          <p:cNvCxnSpPr>
            <a:cxnSpLocks/>
          </p:cNvCxnSpPr>
          <p:nvPr/>
        </p:nvCxnSpPr>
        <p:spPr>
          <a:xfrm>
            <a:off x="5161935" y="88490"/>
            <a:ext cx="0" cy="65777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DBCCB3-1A14-4975-E8A6-0E10F55872EE}"/>
              </a:ext>
            </a:extLst>
          </p:cNvPr>
          <p:cNvSpPr txBox="1"/>
          <p:nvPr/>
        </p:nvSpPr>
        <p:spPr>
          <a:xfrm>
            <a:off x="5378245" y="78658"/>
            <a:ext cx="628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What yolo does after upload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A70B6-4E4A-125D-92CD-C454129FC2E4}"/>
              </a:ext>
            </a:extLst>
          </p:cNvPr>
          <p:cNvSpPr txBox="1"/>
          <p:nvPr/>
        </p:nvSpPr>
        <p:spPr>
          <a:xfrm>
            <a:off x="5378245" y="568123"/>
            <a:ext cx="2045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1. Residual blocks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1862E5-1B70-570D-A40B-2DD9944C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083" y="954479"/>
            <a:ext cx="4862666" cy="21699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B8144EB-18EC-5959-7A0E-F658E3378CF4}"/>
              </a:ext>
            </a:extLst>
          </p:cNvPr>
          <p:cNvSpPr txBox="1"/>
          <p:nvPr/>
        </p:nvSpPr>
        <p:spPr>
          <a:xfrm>
            <a:off x="5378245" y="3094323"/>
            <a:ext cx="2799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2. Bounding box regression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7B23F2B-439A-541E-F06B-B85BE119A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083" y="3646752"/>
            <a:ext cx="5004562" cy="242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47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C4E089-DF6E-AB8D-D691-A7416AE90449}"/>
              </a:ext>
            </a:extLst>
          </p:cNvPr>
          <p:cNvSpPr txBox="1"/>
          <p:nvPr/>
        </p:nvSpPr>
        <p:spPr>
          <a:xfrm>
            <a:off x="1848465" y="375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3. Intersection Over Unions or IOU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1F8E9-CD73-0960-2848-1001F979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65" y="1099062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42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A8E897-3811-43EB-D82D-831E4A40A2B0}"/>
              </a:ext>
            </a:extLst>
          </p:cNvPr>
          <p:cNvSpPr txBox="1"/>
          <p:nvPr/>
        </p:nvSpPr>
        <p:spPr>
          <a:xfrm>
            <a:off x="1543382" y="637852"/>
            <a:ext cx="52110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 Tracking is a critical function that acts as the bridge between object detection and accurate counting. Since the YOLO model detects people independently in every new video frame, we need a mechanism to confirm that a detection in Frame N is the same person who was detected in Frame N-1.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0A3D7-1090-6DEA-DE14-99C161AA539A}"/>
              </a:ext>
            </a:extLst>
          </p:cNvPr>
          <p:cNvSpPr txBox="1"/>
          <p:nvPr/>
        </p:nvSpPr>
        <p:spPr>
          <a:xfrm>
            <a:off x="5137355" y="65130"/>
            <a:ext cx="191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Object Tracking </a:t>
            </a:r>
            <a:endParaRPr lang="en-IN" b="1" dirty="0"/>
          </a:p>
        </p:txBody>
      </p:sp>
      <p:pic>
        <p:nvPicPr>
          <p:cNvPr id="5122" name="Picture 2" descr="GitHub - RizwanMunawar/yolov7-object-tracking: YOLOv7 Object Tracking ...">
            <a:extLst>
              <a:ext uri="{FF2B5EF4-FFF2-40B4-BE49-F238E27FC236}">
                <a16:creationId xmlns:a16="http://schemas.microsoft.com/office/drawing/2014/main" id="{8E9FC5F7-7C59-DC59-3682-D28B1FAF2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87" y="774447"/>
            <a:ext cx="5073166" cy="285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45531D-0636-30A8-9837-E81652E673E3}"/>
              </a:ext>
            </a:extLst>
          </p:cNvPr>
          <p:cNvSpPr txBox="1"/>
          <p:nvPr/>
        </p:nvSpPr>
        <p:spPr>
          <a:xfrm>
            <a:off x="1248696" y="2487562"/>
            <a:ext cx="362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What it does in backend to detect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1C3C6-56D0-1732-A429-2CCBD123BC6F}"/>
              </a:ext>
            </a:extLst>
          </p:cNvPr>
          <p:cNvSpPr txBox="1"/>
          <p:nvPr/>
        </p:nvSpPr>
        <p:spPr>
          <a:xfrm>
            <a:off x="1543382" y="29522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1.Proximity Matching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D4E90-6341-74E0-91C1-7221760C5D27}"/>
              </a:ext>
            </a:extLst>
          </p:cNvPr>
          <p:cNvSpPr txBox="1"/>
          <p:nvPr/>
        </p:nvSpPr>
        <p:spPr>
          <a:xfrm>
            <a:off x="1740589" y="3321610"/>
            <a:ext cx="49355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dist</a:t>
            </a:r>
            <a:r>
              <a:rPr lang="en-IN" dirty="0"/>
              <a:t> = </a:t>
            </a:r>
            <a:r>
              <a:rPr lang="en-IN" dirty="0" err="1"/>
              <a:t>np.sqrt</a:t>
            </a:r>
            <a:r>
              <a:rPr lang="en-IN" dirty="0"/>
              <a:t>((</a:t>
            </a:r>
            <a:r>
              <a:rPr lang="en-IN" dirty="0" err="1"/>
              <a:t>center_x</a:t>
            </a:r>
            <a:r>
              <a:rPr lang="en-IN" dirty="0"/>
              <a:t> - </a:t>
            </a:r>
            <a:r>
              <a:rPr lang="en-IN" dirty="0" err="1"/>
              <a:t>prev_x</a:t>
            </a:r>
            <a:r>
              <a:rPr lang="en-IN" dirty="0"/>
              <a:t>)**2 + (</a:t>
            </a:r>
            <a:r>
              <a:rPr lang="en-IN" dirty="0" err="1"/>
              <a:t>center_y</a:t>
            </a:r>
            <a:r>
              <a:rPr lang="en-IN" dirty="0"/>
              <a:t> - </a:t>
            </a:r>
            <a:r>
              <a:rPr lang="en-IN" dirty="0" err="1"/>
              <a:t>prev_y</a:t>
            </a:r>
            <a:r>
              <a:rPr lang="en-IN" dirty="0"/>
              <a:t>)**2)</a:t>
            </a:r>
          </a:p>
          <a:p>
            <a:r>
              <a:rPr lang="en-US" dirty="0"/>
              <a:t>-&gt; detection is matched only if the minimum        distance (</a:t>
            </a:r>
            <a:r>
              <a:rPr lang="en-US" dirty="0" err="1"/>
              <a:t>min_dist</a:t>
            </a:r>
            <a:r>
              <a:rPr lang="en-US" dirty="0"/>
              <a:t>) found is </a:t>
            </a:r>
            <a:r>
              <a:rPr lang="en-US" b="1" dirty="0"/>
              <a:t>less than 100 pixels</a:t>
            </a:r>
            <a:r>
              <a:rPr lang="en-US" dirty="0"/>
              <a:t>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Matching Threshold</a:t>
            </a:r>
          </a:p>
          <a:p>
            <a:pPr lvl="1"/>
            <a:r>
              <a:rPr lang="en-IN" dirty="0"/>
              <a:t> </a:t>
            </a:r>
            <a:r>
              <a:rPr lang="en-US" dirty="0"/>
              <a:t>if </a:t>
            </a:r>
            <a:r>
              <a:rPr lang="en-US" dirty="0" err="1"/>
              <a:t>dist</a:t>
            </a:r>
            <a:r>
              <a:rPr lang="en-US" dirty="0"/>
              <a:t> &lt; </a:t>
            </a:r>
            <a:r>
              <a:rPr lang="en-US" dirty="0" err="1"/>
              <a:t>min_dist</a:t>
            </a:r>
            <a:r>
              <a:rPr lang="en-US" dirty="0"/>
              <a:t> and </a:t>
            </a:r>
            <a:r>
              <a:rPr lang="en-US" dirty="0" err="1"/>
              <a:t>dist</a:t>
            </a:r>
            <a:r>
              <a:rPr lang="en-US" dirty="0"/>
              <a:t> &lt; 100: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min_dist</a:t>
            </a:r>
            <a:r>
              <a:rPr lang="en-US" dirty="0"/>
              <a:t> = </a:t>
            </a:r>
            <a:r>
              <a:rPr lang="en-US" dirty="0" err="1"/>
              <a:t>dist</a:t>
            </a:r>
            <a:endParaRPr lang="en-US" dirty="0"/>
          </a:p>
          <a:p>
            <a:pPr lvl="1"/>
            <a:r>
              <a:rPr lang="en-US" dirty="0"/>
              <a:t>    </a:t>
            </a:r>
            <a:r>
              <a:rPr lang="en-US" dirty="0" err="1"/>
              <a:t>match_id</a:t>
            </a:r>
            <a:r>
              <a:rPr lang="en-US" dirty="0"/>
              <a:t> = </a:t>
            </a:r>
            <a:r>
              <a:rPr lang="en-US" dirty="0" err="1"/>
              <a:t>obj_id</a:t>
            </a:r>
            <a:r>
              <a:rPr lang="en-US" dirty="0"/>
              <a:t> # Match found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478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7AE56-2B35-25A2-C938-F77FD96D904F}"/>
              </a:ext>
            </a:extLst>
          </p:cNvPr>
          <p:cNvSpPr txBox="1"/>
          <p:nvPr/>
        </p:nvSpPr>
        <p:spPr>
          <a:xfrm>
            <a:off x="5358581" y="206478"/>
            <a:ext cx="179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Counting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4B37F-3274-755D-CA51-B7B9187B2DDF}"/>
              </a:ext>
            </a:extLst>
          </p:cNvPr>
          <p:cNvSpPr txBox="1"/>
          <p:nvPr/>
        </p:nvSpPr>
        <p:spPr>
          <a:xfrm>
            <a:off x="1612490" y="668594"/>
            <a:ext cx="8721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counting logic in the system is directly tied to the </a:t>
            </a:r>
            <a:r>
              <a:rPr lang="en-US" b="1" dirty="0"/>
              <a:t>Area of Interest (AOI) check</a:t>
            </a:r>
            <a:r>
              <a:rPr lang="en-US" dirty="0"/>
              <a:t> within the object tracking loop. It determines if a currently tracked person is positioned in the specific region designated for counting.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A31A6-6E4F-AEF1-825A-A4C3F62788E0}"/>
              </a:ext>
            </a:extLst>
          </p:cNvPr>
          <p:cNvSpPr txBox="1"/>
          <p:nvPr/>
        </p:nvSpPr>
        <p:spPr>
          <a:xfrm>
            <a:off x="1612490" y="1694541"/>
            <a:ext cx="1899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1. Counting 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249E3-F2DD-B56E-F557-6FBFEC76B61B}"/>
              </a:ext>
            </a:extLst>
          </p:cNvPr>
          <p:cNvSpPr txBox="1"/>
          <p:nvPr/>
        </p:nvSpPr>
        <p:spPr>
          <a:xfrm>
            <a:off x="1917290" y="206387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</a:t>
            </a:r>
            <a:r>
              <a:rPr lang="en-IN" dirty="0" err="1"/>
              <a:t>line_coords</a:t>
            </a:r>
            <a:r>
              <a:rPr lang="en-IN" dirty="0"/>
              <a:t> and </a:t>
            </a:r>
            <a:r>
              <a:rPr lang="en-IN" dirty="0" err="1"/>
              <a:t>is_in_aoi_below_line</a:t>
            </a:r>
            <a:r>
              <a:rPr lang="en-IN" dirty="0"/>
              <a:t>(</a:t>
            </a:r>
            <a:r>
              <a:rPr lang="en-IN" dirty="0" err="1"/>
              <a:t>center_x</a:t>
            </a:r>
            <a:r>
              <a:rPr lang="en-IN" dirty="0"/>
              <a:t>, </a:t>
            </a:r>
            <a:r>
              <a:rPr lang="en-IN" dirty="0" err="1"/>
              <a:t>center_y</a:t>
            </a:r>
            <a:r>
              <a:rPr lang="en-IN" dirty="0"/>
              <a:t>, </a:t>
            </a:r>
            <a:r>
              <a:rPr lang="en-IN" dirty="0" err="1"/>
              <a:t>line_coords</a:t>
            </a:r>
            <a:r>
              <a:rPr lang="en-IN" dirty="0"/>
              <a:t>):</a:t>
            </a:r>
          </a:p>
          <a:p>
            <a:r>
              <a:rPr lang="en-IN" dirty="0"/>
              <a:t>    </a:t>
            </a:r>
            <a:r>
              <a:rPr lang="en-IN" dirty="0" err="1"/>
              <a:t>live_count_in_aoi</a:t>
            </a:r>
            <a:r>
              <a:rPr lang="en-IN" dirty="0"/>
              <a:t> += 1</a:t>
            </a:r>
          </a:p>
          <a:p>
            <a:r>
              <a:rPr lang="en-IN" dirty="0"/>
              <a:t>    </a:t>
            </a:r>
            <a:r>
              <a:rPr lang="en-IN" dirty="0" err="1"/>
              <a:t>is_inside</a:t>
            </a:r>
            <a:r>
              <a:rPr lang="en-IN" dirty="0"/>
              <a:t> = True  # Mark the object's status</a:t>
            </a:r>
          </a:p>
          <a:p>
            <a:r>
              <a:rPr lang="en-IN" dirty="0"/>
              <a:t>    </a:t>
            </a:r>
            <a:r>
              <a:rPr lang="en-IN" dirty="0" err="1"/>
              <a:t>color</a:t>
            </a:r>
            <a:r>
              <a:rPr lang="en-IN" dirty="0"/>
              <a:t> = (0, 255, 0) # Draw the box in green (example </a:t>
            </a:r>
            <a:r>
              <a:rPr lang="en-IN" dirty="0" err="1"/>
              <a:t>color</a:t>
            </a:r>
            <a:r>
              <a:rPr lang="en-IN" dirty="0"/>
              <a:t>)</a:t>
            </a:r>
          </a:p>
          <a:p>
            <a:r>
              <a:rPr lang="en-IN" dirty="0"/>
              <a:t>else: </a:t>
            </a:r>
          </a:p>
          <a:p>
            <a:r>
              <a:rPr lang="en-IN" dirty="0"/>
              <a:t>    </a:t>
            </a:r>
            <a:r>
              <a:rPr lang="en-IN" dirty="0" err="1"/>
              <a:t>is_inside</a:t>
            </a:r>
            <a:r>
              <a:rPr lang="en-IN" dirty="0"/>
              <a:t> = False</a:t>
            </a:r>
          </a:p>
          <a:p>
            <a:r>
              <a:rPr lang="en-IN" dirty="0"/>
              <a:t>    </a:t>
            </a:r>
            <a:r>
              <a:rPr lang="en-IN" dirty="0" err="1"/>
              <a:t>color</a:t>
            </a:r>
            <a:r>
              <a:rPr lang="en-IN" dirty="0"/>
              <a:t> = (255, 0, 255) # Draw the box in magenta (example </a:t>
            </a:r>
            <a:r>
              <a:rPr lang="en-IN" dirty="0" err="1"/>
              <a:t>color</a:t>
            </a:r>
            <a:r>
              <a:rPr lang="en-IN" dirty="0"/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3B5326-A612-0235-4F9A-AE7558B34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980" y="5003139"/>
            <a:ext cx="8632723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Formula: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checks if the object's vertical position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is mathematically located on the "below" side of the line defined by the formula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 = mx + b</a:t>
            </a:r>
            <a:r>
              <a:rPr lang="en-US" altLang="en-US" sz="2000" b="1" dirty="0">
                <a:latin typeface="Google Sans Text"/>
              </a:rPr>
              <a:t>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22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416</TotalTime>
  <Words>3003</Words>
  <Application>Microsoft Office PowerPoint</Application>
  <PresentationFormat>Widescreen</PresentationFormat>
  <Paragraphs>276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Corbel</vt:lpstr>
      <vt:lpstr>Courier New</vt:lpstr>
      <vt:lpstr>Google Sans Code</vt:lpstr>
      <vt:lpstr>Google Sans Flex</vt:lpstr>
      <vt:lpstr>Google Sans Text</vt:lpstr>
      <vt:lpstr>Studio-Feixen-Sans</vt:lpstr>
      <vt:lpstr>Parallax</vt:lpstr>
      <vt:lpstr>Crowd Count </vt:lpstr>
      <vt:lpstr>Purpose of the crowd count</vt:lpstr>
      <vt:lpstr>Tools &amp;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 sai srinivas</dc:creator>
  <cp:lastModifiedBy>shanmuk sai srinivas</cp:lastModifiedBy>
  <cp:revision>1</cp:revision>
  <dcterms:created xsi:type="dcterms:W3CDTF">2025-10-27T13:27:39Z</dcterms:created>
  <dcterms:modified xsi:type="dcterms:W3CDTF">2025-11-10T10:27:59Z</dcterms:modified>
</cp:coreProperties>
</file>